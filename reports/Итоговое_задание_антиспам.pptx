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autoCompressPictures="0" embedTrueTypeFonts="1" saveSubsetFonts="1" strictFirstAndLastChars="0">
  <p:sldMasterIdLst>
    <p:sldMasterId id="2147483648" r:id="rId1"/>
  </p:sldMasterIdLst>
  <p:notesMasterIdLst>
    <p:notesMasterId r:id="rId21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</p:sldIdLst>
  <p:sldSz cx="9144000" cy="5143500"/>
  <p:notesSz cx="9144000" cy="5143500"/>
  <p:defaultTextStyle>
    <a:defPPr marR="0" lvl="0" algn="l">
      <a:lnSpc>
        <a:spcPct val="100000"/>
      </a:lnSpc>
      <a:spcBef>
        <a:spcPts val="0"/>
      </a:spcBef>
      <a:spcAft>
        <a:spcPts val="0"/>
      </a:spcAft>
    </a:defPPr>
    <a:lvl1pPr marR="0" lv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1pPr>
    <a:lvl2pPr marR="0" lvl="1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2pPr>
    <a:lvl3pPr marR="0" lvl="2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3pPr>
    <a:lvl4pPr marR="0" lvl="3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4pPr>
    <a:lvl5pPr marR="0" lvl="4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5pPr>
    <a:lvl6pPr marR="0" lvl="5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6pPr>
    <a:lvl7pPr marR="0" lvl="6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7pPr>
    <a:lvl8pPr marR="0" lvl="7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8pPr>
    <a:lvl9pPr marR="0" lvl="8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99CE2E37-16BC-4408-9B30-6D05F93488BB}">
  <a:tblStyle styleId="{99CE2E37-16BC-4408-9B30-6D05F93488BB}" styleName="Table_0">
    <a:wholeTbl>
      <a:tcTxStyle>
        <a:srgbClr val="000000"/>
      </a:tcTxStyle>
      <a:tcStyle>
        <a:tcBdr>
          <a:left>
            <a:ln w="9525">
              <a:solidFill>
                <a:srgbClr val="9E9E9E"/>
              </a:solidFill>
            </a:ln>
          </a:left>
          <a:right>
            <a:ln w="9525">
              <a:solidFill>
                <a:srgbClr val="9E9E9E"/>
              </a:solidFill>
            </a:ln>
          </a:right>
          <a:top>
            <a:ln w="9525">
              <a:solidFill>
                <a:srgbClr val="9E9E9E"/>
              </a:solidFill>
            </a:ln>
          </a:top>
          <a:bottom>
            <a:ln w="9525">
              <a:solidFill>
                <a:srgbClr val="9E9E9E"/>
              </a:solidFill>
            </a:ln>
          </a:bottom>
          <a:insideH>
            <a:ln w="9525">
              <a:solidFill>
                <a:srgbClr val="9E9E9E"/>
              </a:solidFill>
            </a:ln>
          </a:insideH>
          <a:insideV>
            <a:ln w="9525">
              <a:solidFill>
                <a:srgbClr val="9E9E9E"/>
              </a:solidFill>
            </a:ln>
          </a:insideV>
        </a:tcBdr>
      </a:tcStyle>
    </a:wholeTbl>
    <a:band1H>
      <a:tcStyle>
        <a:tcBdr/>
      </a:tcStyle>
    </a:band1H>
    <a:band2H>
      <a:tcStyle>
        <a:tcBdr/>
      </a:tcStyle>
    </a:band2H>
    <a:band1V>
      <a:tcStyle>
        <a:tcBdr/>
      </a:tcStyle>
    </a:band1V>
    <a:band2V>
      <a:tcStyle>
        <a:tcBdr/>
      </a:tcStyle>
    </a:band2V>
    <a:lastCol>
      <a:tcStyle>
        <a:tcBdr/>
      </a:tcStyle>
    </a:lastCol>
    <a:firstCol>
      <a:tcStyle>
        <a:tcBdr/>
      </a:tcStyle>
    </a:firstCol>
    <a:lastRow>
      <a:tcStyle>
        <a:tcBdr/>
      </a:tcStyle>
    </a:lastRow>
    <a:seCell>
      <a:tcStyle>
        <a:tcBdr/>
      </a:tcStyle>
    </a:seCell>
    <a:swCell>
      <a:tcStyle>
        <a:tcBdr/>
      </a:tcStyle>
    </a:swCell>
    <a:firstRow>
      <a:tcStyle>
        <a:tcBdr/>
      </a:tcStyle>
    </a:firstRow>
    <a:neCell>
      <a:tcStyle>
        <a:tcBdr/>
      </a:tcStyle>
    </a:neCell>
    <a:nwCell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>
      <p:cViewPr>
        <p:scale>
          <a:sx n="116" d="112"/>
          <a:sy n="105" d="108"/>
        </p:scale>
        <p:origin x="114" y="101"/>
      </p:cViewPr>
      <p:guideLst>
        <p:guide pos="2880"/>
        <p:guide pos="1620" orient="horz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theme" Target="theme/theme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slide" Target="slides/slide13.xml"/><Relationship Id="rId17" Type="http://schemas.openxmlformats.org/officeDocument/2006/relationships/slide" Target="slides/slide14.xml"/><Relationship Id="rId18" Type="http://schemas.openxmlformats.org/officeDocument/2006/relationships/slide" Target="slides/slide15.xml"/><Relationship Id="rId19" Type="http://schemas.openxmlformats.org/officeDocument/2006/relationships/slide" Target="slides/slide16.xml"/><Relationship Id="rId20" Type="http://schemas.openxmlformats.org/officeDocument/2006/relationships/slide" Target="slides/slide17.xml"/><Relationship Id="rId21" Type="http://schemas.openxmlformats.org/officeDocument/2006/relationships/notesMaster" Target="notesMasters/notesMaster1.xml"/><Relationship Id="rId22" Type="http://schemas.openxmlformats.org/officeDocument/2006/relationships/presProps" Target="presProps.xml"/><Relationship Id="rId23" Type="http://schemas.openxmlformats.org/officeDocument/2006/relationships/tableStyles" Target="tableStyles.xml"/><Relationship Id="rId24" Type="http://schemas.openxmlformats.org/officeDocument/2006/relationships/viewProps" Target="viewProp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 name="">
    <p:bg>
      <p:bgPr shadeToTitle="0">
        <a:solidFill>
          <a:schemeClr val="lt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type="hdr" idx="2"/>
          </p:nvPr>
        </p:nvSpPr>
        <p:spPr bwMode="auto"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1pPr>
            <a:lvl2pPr marR="0"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2pPr>
            <a:lvl3pPr marR="0"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3pPr>
            <a:lvl4pPr marR="0"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4pPr>
            <a:lvl5pPr marR="0"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5pPr>
            <a:lvl6pPr marR="0"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6pPr>
            <a:lvl7pPr marR="0"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7pPr>
            <a:lvl8pPr marR="0"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8pPr>
            <a:lvl9pPr marR="0"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/>
            </a:pPr>
            <a:endParaRPr/>
          </a:p>
        </p:txBody>
      </p:sp>
      <p:sp>
        <p:nvSpPr>
          <p:cNvPr id="4" name="Google Shape;4;n"/>
          <p:cNvSpPr txBox="1"/>
          <p:nvPr>
            <p:ph type="dt" idx="10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1pPr>
            <a:lvl2pPr marR="0"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2pPr>
            <a:lvl3pPr marR="0"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3pPr>
            <a:lvl4pPr marR="0"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4pPr>
            <a:lvl5pPr marR="0"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5pPr>
            <a:lvl6pPr marR="0"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6pPr>
            <a:lvl7pPr marR="0"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7pPr>
            <a:lvl8pPr marR="0"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8pPr>
            <a:lvl9pPr marR="0"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/>
            </a:pPr>
            <a:endParaRPr/>
          </a:p>
        </p:txBody>
      </p:sp>
      <p:sp>
        <p:nvSpPr>
          <p:cNvPr id="5" name="Google Shape;5;n"/>
          <p:cNvSpPr/>
          <p:nvPr>
            <p:ph type="sldImg" idx="3"/>
          </p:nvPr>
        </p:nvSpPr>
        <p:spPr bwMode="auto"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fill="norm" stroke="1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/>
          <p:nvPr>
            <p:ph type="body" idx="1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/>
            </a:pPr>
            <a:endParaRPr/>
          </a:p>
        </p:txBody>
      </p:sp>
      <p:sp>
        <p:nvSpPr>
          <p:cNvPr id="7" name="Google Shape;7;n"/>
          <p:cNvSpPr txBox="1"/>
          <p:nvPr>
            <p:ph type="ftr" idx="11"/>
          </p:nvPr>
        </p:nvSpPr>
        <p:spPr bwMode="auto"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1pPr>
            <a:lvl2pPr marR="0"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2pPr>
            <a:lvl3pPr marR="0"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3pPr>
            <a:lvl4pPr marR="0"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4pPr>
            <a:lvl5pPr marR="0"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5pPr>
            <a:lvl6pPr marR="0"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6pPr>
            <a:lvl7pPr marR="0"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7pPr>
            <a:lvl8pPr marR="0"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8pPr>
            <a:lvl9pPr marR="0"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/>
            </a:pPr>
            <a:endParaRPr/>
          </a:p>
        </p:txBody>
      </p:sp>
      <p:sp>
        <p:nvSpPr>
          <p:cNvPr id="8" name="Google Shape;8;n"/>
          <p:cNvSpPr txBox="1"/>
          <p:nvPr>
            <p:ph type="sldNum" idx="12"/>
          </p:nvPr>
        </p:nvSpPr>
        <p:spPr bwMode="auto"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/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>
      <a:lnSpc>
        <a:spcPct val="100000"/>
      </a:lnSpc>
      <a:spcBef>
        <a:spcPts val="0"/>
      </a:spcBef>
      <a:spcAft>
        <a:spcPts val="0"/>
      </a:spcAft>
    </a:defPPr>
    <a:lvl1pPr marR="0" lv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1pPr>
    <a:lvl2pPr marR="0" lvl="1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2pPr>
    <a:lvl3pPr marR="0" lvl="2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3pPr>
    <a:lvl4pPr marR="0" lvl="3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4pPr>
    <a:lvl5pPr marR="0" lvl="4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5pPr>
    <a:lvl6pPr marR="0" lvl="5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6pPr>
    <a:lvl7pPr marR="0" lvl="6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7pPr>
    <a:lvl8pPr marR="0" lvl="7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8pPr>
    <a:lvl9pPr marR="0" lvl="8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Relationship Id="rId3" Type="http://schemas.openxmlformats.org/officeDocument/2006/relationships/hyperlink" Target="https://docs.google.com/presentation/d/1UoP8q7CP9y9hCJgrQDSIX-El6A1TTQUI78oPpIvcsM4/edit#slide=id.ge63e15d5d0_0_5" TargetMode="Externa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Relationship Id="rId3" Type="http://schemas.openxmlformats.org/officeDocument/2006/relationships/hyperlink" Target="https://docs.google.com/presentation/d/1UoP8q7CP9y9hCJgrQDSIX-El6A1TTQUI78oPpIvcsM4/edit#slide=id.ge63e15d5d0_0_5" TargetMode="Externa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Relationship Id="rId3" Type="http://schemas.openxmlformats.org/officeDocument/2006/relationships/hyperlink" Target="https://docs.google.com/presentation/d/1UoP8q7CP9y9hCJgrQDSIX-El6A1TTQUI78oPpIvcsM4/edit#slide=id.ge63e15d5d0_0_5" TargetMode="Externa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Relationship Id="rId3" Type="http://schemas.openxmlformats.org/officeDocument/2006/relationships/hyperlink" Target="https://docs.google.com/presentation/d/1UoP8q7CP9y9hCJgrQDSIX-El6A1TTQUI78oPpIvcsM4/edit#slide=id.ge63e15d5d0_0_5" TargetMode="Externa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Relationship Id="rId3" Type="http://schemas.openxmlformats.org/officeDocument/2006/relationships/hyperlink" Target="https://docs.google.com/presentation/d/1UoP8q7CP9y9hCJgrQDSIX-El6A1TTQUI78oPpIvcsM4/edit#slide=id.ge63e15d5d0_0_5" TargetMode="Externa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Relationship Id="rId3" Type="http://schemas.openxmlformats.org/officeDocument/2006/relationships/hyperlink" Target="https://docs.google.com/presentation/d/1UoP8q7CP9y9hCJgrQDSIX-El6A1TTQUI78oPpIvcsM4/edit#slide=id.ge63e15d5d0_0_5" TargetMode="Externa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Relationship Id="rId3" Type="http://schemas.openxmlformats.org/officeDocument/2006/relationships/hyperlink" Target="https://docs.google.com/presentation/d/1UoP8q7CP9y9hCJgrQDSIX-El6A1TTQUI78oPpIvcsM4/edit#slide=id.ge63e15d5d0_0_5" TargetMode="Externa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Relationship Id="rId3" Type="http://schemas.openxmlformats.org/officeDocument/2006/relationships/hyperlink" Target="https://docs.google.com/presentation/d/1UoP8q7CP9y9hCJgrQDSIX-El6A1TTQUI78oPpIvcsM4/edit#slide=id.ge63e15d5d0_0_5" TargetMode="Externa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MasterSp="0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1" name="Google Shape;111;p3:notes"/>
          <p:cNvSpPr/>
          <p:nvPr>
            <p:ph type="sldImg" idx="2"/>
          </p:nvPr>
        </p:nvSpPr>
        <p:spPr bwMode="auto">
          <a:xfrm>
            <a:off x="-952500" y="137160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0000" h="120000" fill="norm" stroke="1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2" name="Google Shape;112;p3:notes"/>
          <p:cNvSpPr txBox="1"/>
          <p:nvPr>
            <p:ph type="body" idx="1"/>
          </p:nvPr>
        </p:nvSpPr>
        <p:spPr bwMode="auto">
          <a:xfrm>
            <a:off x="1028700" y="8686800"/>
            <a:ext cx="8229600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52375" tIns="152375" rIns="152375" bIns="152375" anchor="t" anchorCtr="0">
            <a:noAutofit/>
          </a:bodyPr>
          <a:lstStyle/>
          <a:p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pPr>
            <a:r>
              <a:rPr lang="en-US" sz="1200"/>
              <a:t>Титульный слайд</a:t>
            </a:r>
            <a:endParaRPr sz="1200"/>
          </a:p>
        </p:txBody>
      </p:sp>
    </p:spTree>
  </p:cSld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MasterSp="0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2" name="Google Shape;122;g1dd1d5e95de_0_349:notes"/>
          <p:cNvSpPr/>
          <p:nvPr>
            <p:ph type="sldImg" idx="2"/>
          </p:nvPr>
        </p:nvSpPr>
        <p:spPr bwMode="auto">
          <a:xfrm>
            <a:off x="-952500" y="137160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0000" h="120000" fill="norm" stroke="1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23" name="Google Shape;123;g1dd1d5e95de_0_349:notes"/>
          <p:cNvSpPr txBox="1"/>
          <p:nvPr>
            <p:ph type="body" idx="1"/>
          </p:nvPr>
        </p:nvSpPr>
        <p:spPr bwMode="auto">
          <a:xfrm>
            <a:off x="1028700" y="8686800"/>
            <a:ext cx="8229600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52375" tIns="152375" rIns="152375" bIns="152375" anchor="t" anchorCtr="0">
            <a:noAutofit/>
          </a:bodyPr>
          <a:lstStyle/>
          <a:p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pPr>
            <a:r>
              <a:rPr lang="en-US" sz="1200"/>
              <a:t>Титульный слайд</a:t>
            </a:r>
            <a:endParaRPr sz="1200"/>
          </a:p>
        </p:txBody>
      </p:sp>
    </p:spTree>
  </p:cSld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MasterSp="0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3" name="Google Shape;133;g1dd1d5e95de_0_321:notes"/>
          <p:cNvSpPr/>
          <p:nvPr>
            <p:ph type="sldImg" idx="2"/>
          </p:nvPr>
        </p:nvSpPr>
        <p:spPr bwMode="auto"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fill="norm" stroke="1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4" name="Google Shape;134;g1dd1d5e95de_0_321:notes"/>
          <p:cNvSpPr txBox="1"/>
          <p:nvPr>
            <p:ph type="body" idx="1"/>
          </p:nvPr>
        </p:nvSpPr>
        <p:spPr bwMode="auto"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pPr>
            <a:r>
              <a:rPr lang="en-US" sz="1200">
                <a:latin typeface="Proxima Nova"/>
                <a:ea typeface="Proxima Nova"/>
                <a:cs typeface="Proxima Nova"/>
              </a:rPr>
              <a:t>Пример оформления слайда со списком.</a:t>
            </a:r>
            <a:r>
              <a:rPr lang="en-US" sz="1200"/>
              <a:t> </a:t>
            </a:r>
            <a:r>
              <a:rPr lang="en-US" sz="1200">
                <a:latin typeface="Proxima Nova"/>
                <a:ea typeface="Proxima Nova"/>
                <a:cs typeface="Proxima Nova"/>
              </a:rPr>
              <a:t>Больше вариантов оформления см.</a:t>
            </a:r>
            <a:r>
              <a:rPr lang="en-US" sz="1200">
                <a:solidFill>
                  <a:srgbClr val="666666"/>
                </a:solidFill>
                <a:latin typeface="Proxima Nova"/>
                <a:ea typeface="Proxima Nova"/>
                <a:cs typeface="Proxima Nova"/>
              </a:rPr>
              <a:t> </a:t>
            </a:r>
            <a:r>
              <a:rPr lang="en-US" sz="1200" b="1" u="sng">
                <a:solidFill>
                  <a:srgbClr val="0066FF"/>
                </a:solidFill>
                <a:latin typeface="Proxima Nova"/>
                <a:ea typeface="Proxima Nova"/>
                <a:cs typeface="Proxima Nova"/>
                <a:hlinkClick r:id="rId3" tooltip="https://docs.google.com/presentation/d/1UoP8q7CP9y9hCJgrQDSIX-El6A1TTQUI78oPpIvcsM4/edit#slide=id.ge63e15d5d0_0_5"/>
              </a:rPr>
              <a:t>здесь</a:t>
            </a:r>
            <a:endParaRPr sz="1200">
              <a:solidFill>
                <a:srgbClr val="0066FF"/>
              </a:solidFill>
            </a:endParaRPr>
          </a:p>
        </p:txBody>
      </p:sp>
      <p:sp>
        <p:nvSpPr>
          <p:cNvPr id="135" name="Google Shape;135;g1dd1d5e95de_0_321:notes"/>
          <p:cNvSpPr txBox="1"/>
          <p:nvPr>
            <p:ph type="sldNum" idx="12"/>
          </p:nvPr>
        </p:nvSpPr>
        <p:spPr bwMode="auto"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pPr>
            <a:fld id="{00000000-1234-1234-1234-123412341234}" type="slidenum">
              <a:rPr lang="en-US"/>
              <a:t/>
            </a:fld>
            <a:endParaRPr/>
          </a:p>
        </p:txBody>
      </p:sp>
    </p:spTree>
  </p:cSld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MasterSp="0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0" name="Google Shape;140;g1dd1d5e95de_0_0:notes"/>
          <p:cNvSpPr/>
          <p:nvPr>
            <p:ph type="sldImg" idx="2"/>
          </p:nvPr>
        </p:nvSpPr>
        <p:spPr bwMode="auto"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fill="norm" stroke="1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41" name="Google Shape;141;g1dd1d5e95de_0_0:notes"/>
          <p:cNvSpPr txBox="1"/>
          <p:nvPr>
            <p:ph type="body" idx="1"/>
          </p:nvPr>
        </p:nvSpPr>
        <p:spPr bwMode="auto"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pPr>
            <a:r>
              <a:rPr lang="en-US" sz="1200">
                <a:latin typeface="Proxima Nova"/>
                <a:ea typeface="Proxima Nova"/>
                <a:cs typeface="Proxima Nova"/>
              </a:rPr>
              <a:t>Пример оформления слайда со списком.</a:t>
            </a:r>
            <a:r>
              <a:rPr lang="en-US" sz="1200"/>
              <a:t> </a:t>
            </a:r>
            <a:r>
              <a:rPr lang="en-US" sz="1200">
                <a:latin typeface="Proxima Nova"/>
                <a:ea typeface="Proxima Nova"/>
                <a:cs typeface="Proxima Nova"/>
              </a:rPr>
              <a:t>Больше вариантов оформления см.</a:t>
            </a:r>
            <a:r>
              <a:rPr lang="en-US" sz="1200">
                <a:solidFill>
                  <a:srgbClr val="666666"/>
                </a:solidFill>
                <a:latin typeface="Proxima Nova"/>
                <a:ea typeface="Proxima Nova"/>
                <a:cs typeface="Proxima Nova"/>
              </a:rPr>
              <a:t> </a:t>
            </a:r>
            <a:r>
              <a:rPr lang="en-US" sz="1200" b="1" u="sng">
                <a:solidFill>
                  <a:srgbClr val="0066FF"/>
                </a:solidFill>
                <a:latin typeface="Proxima Nova"/>
                <a:ea typeface="Proxima Nova"/>
                <a:cs typeface="Proxima Nova"/>
                <a:hlinkClick r:id="rId3" tooltip="https://docs.google.com/presentation/d/1UoP8q7CP9y9hCJgrQDSIX-El6A1TTQUI78oPpIvcsM4/edit#slide=id.ge63e15d5d0_0_5"/>
              </a:rPr>
              <a:t>здесь</a:t>
            </a:r>
            <a:endParaRPr sz="1200">
              <a:solidFill>
                <a:srgbClr val="0066FF"/>
              </a:solidFill>
            </a:endParaRPr>
          </a:p>
        </p:txBody>
      </p:sp>
      <p:sp>
        <p:nvSpPr>
          <p:cNvPr id="142" name="Google Shape;142;g1dd1d5e95de_0_0:notes"/>
          <p:cNvSpPr txBox="1"/>
          <p:nvPr>
            <p:ph type="sldNum" idx="12"/>
          </p:nvPr>
        </p:nvSpPr>
        <p:spPr bwMode="auto"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pPr>
            <a:fld id="{00000000-1234-1234-1234-123412341234}" type="slidenum">
              <a:rPr lang="en-US"/>
              <a:t/>
            </a:fld>
            <a:endParaRPr/>
          </a:p>
        </p:txBody>
      </p:sp>
    </p:spTree>
  </p:cSld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MasterSp="0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4" name="Google Shape;154;g1dd1d5e95de_0_359:notes"/>
          <p:cNvSpPr/>
          <p:nvPr>
            <p:ph type="sldImg" idx="2"/>
          </p:nvPr>
        </p:nvSpPr>
        <p:spPr bwMode="auto"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fill="norm" stroke="1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55" name="Google Shape;155;g1dd1d5e95de_0_359:notes"/>
          <p:cNvSpPr txBox="1"/>
          <p:nvPr>
            <p:ph type="body" idx="1"/>
          </p:nvPr>
        </p:nvSpPr>
        <p:spPr bwMode="auto"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pPr>
            <a:r>
              <a:rPr lang="en-US" sz="1200">
                <a:latin typeface="Proxima Nova"/>
                <a:ea typeface="Proxima Nova"/>
                <a:cs typeface="Proxima Nova"/>
              </a:rPr>
              <a:t>Пример оформления слайда со списком.</a:t>
            </a:r>
            <a:r>
              <a:rPr lang="en-US" sz="1200"/>
              <a:t> </a:t>
            </a:r>
            <a:r>
              <a:rPr lang="en-US" sz="1200">
                <a:latin typeface="Proxima Nova"/>
                <a:ea typeface="Proxima Nova"/>
                <a:cs typeface="Proxima Nova"/>
              </a:rPr>
              <a:t>Больше вариантов оформления см.</a:t>
            </a:r>
            <a:r>
              <a:rPr lang="en-US" sz="1200">
                <a:solidFill>
                  <a:srgbClr val="666666"/>
                </a:solidFill>
                <a:latin typeface="Proxima Nova"/>
                <a:ea typeface="Proxima Nova"/>
                <a:cs typeface="Proxima Nova"/>
              </a:rPr>
              <a:t> </a:t>
            </a:r>
            <a:r>
              <a:rPr lang="en-US" sz="1200" b="1" u="sng">
                <a:solidFill>
                  <a:srgbClr val="0066FF"/>
                </a:solidFill>
                <a:latin typeface="Proxima Nova"/>
                <a:ea typeface="Proxima Nova"/>
                <a:cs typeface="Proxima Nova"/>
                <a:hlinkClick r:id="rId3" tooltip="https://docs.google.com/presentation/d/1UoP8q7CP9y9hCJgrQDSIX-El6A1TTQUI78oPpIvcsM4/edit#slide=id.ge63e15d5d0_0_5"/>
              </a:rPr>
              <a:t>здесь</a:t>
            </a:r>
            <a:endParaRPr sz="1200">
              <a:solidFill>
                <a:srgbClr val="0066FF"/>
              </a:solidFill>
            </a:endParaRPr>
          </a:p>
        </p:txBody>
      </p:sp>
      <p:sp>
        <p:nvSpPr>
          <p:cNvPr id="156" name="Google Shape;156;g1dd1d5e95de_0_359:notes"/>
          <p:cNvSpPr txBox="1"/>
          <p:nvPr>
            <p:ph type="sldNum" idx="12"/>
          </p:nvPr>
        </p:nvSpPr>
        <p:spPr bwMode="auto"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pPr>
            <a:fld id="{00000000-1234-1234-1234-123412341234}" type="slidenum">
              <a:rPr lang="en-US"/>
              <a:t/>
            </a:fld>
            <a:endParaRPr/>
          </a:p>
        </p:txBody>
      </p:sp>
    </p:spTree>
  </p:cSld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MasterSp="0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1" name="Google Shape;161;g1dd1d5e95de_0_339:notes"/>
          <p:cNvSpPr/>
          <p:nvPr>
            <p:ph type="sldImg" idx="2"/>
          </p:nvPr>
        </p:nvSpPr>
        <p:spPr bwMode="auto">
          <a:xfrm>
            <a:off x="-952500" y="137160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0000" h="120000" fill="norm" stroke="1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62" name="Google Shape;162;g1dd1d5e95de_0_339:notes"/>
          <p:cNvSpPr txBox="1"/>
          <p:nvPr>
            <p:ph type="body" idx="1"/>
          </p:nvPr>
        </p:nvSpPr>
        <p:spPr bwMode="auto">
          <a:xfrm>
            <a:off x="1028700" y="8686800"/>
            <a:ext cx="8229600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52375" tIns="152375" rIns="152375" bIns="152375" anchor="t" anchorCtr="0">
            <a:noAutofit/>
          </a:bodyPr>
          <a:lstStyle/>
          <a:p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pPr>
            <a:r>
              <a:rPr lang="en-US" sz="1200"/>
              <a:t>Титульный слайд</a:t>
            </a:r>
            <a:endParaRPr sz="1200"/>
          </a:p>
        </p:txBody>
      </p:sp>
    </p:spTree>
  </p:cSld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MasterSp="0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2" name="Google Shape;172;g115261d012d_0_7:notes"/>
          <p:cNvSpPr/>
          <p:nvPr>
            <p:ph type="sldImg" idx="2"/>
          </p:nvPr>
        </p:nvSpPr>
        <p:spPr bwMode="auto"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fill="norm" stroke="1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73" name="Google Shape;173;g115261d012d_0_7:notes"/>
          <p:cNvSpPr txBox="1"/>
          <p:nvPr>
            <p:ph type="body" idx="1"/>
          </p:nvPr>
        </p:nvSpPr>
        <p:spPr bwMode="auto"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4825" tIns="47425" rIns="94825" bIns="47425" anchor="t" anchorCtr="0">
            <a:noAutofit/>
          </a:bodyPr>
          <a:lstStyle/>
          <a:p>
            <a:pPr marL="0" lvl="0" indent="0" algn="just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/>
            </a:pPr>
            <a:r>
              <a:rPr lang="en-US" sz="1200">
                <a:latin typeface="Proxima Nova"/>
                <a:ea typeface="Proxima Nova"/>
                <a:cs typeface="Proxima Nova"/>
              </a:rPr>
              <a:t>Пример слайда с целями занятия</a:t>
            </a:r>
            <a:endParaRPr sz="1200">
              <a:latin typeface="Proxima Nova"/>
              <a:ea typeface="Proxima Nova"/>
              <a:cs typeface="Proxima Nova"/>
            </a:endParaRPr>
          </a:p>
        </p:txBody>
      </p:sp>
      <p:sp>
        <p:nvSpPr>
          <p:cNvPr id="174" name="Google Shape;174;g115261d012d_0_7:notes"/>
          <p:cNvSpPr txBox="1"/>
          <p:nvPr>
            <p:ph type="sldNum" idx="12"/>
          </p:nvPr>
        </p:nvSpPr>
        <p:spPr bwMode="auto">
          <a:xfrm>
            <a:off x="3884613" y="8685213"/>
            <a:ext cx="2971800" cy="45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4825" tIns="47425" rIns="94825" bIns="47425" anchor="b" anchorCtr="0">
            <a:noAutofit/>
          </a:bodyPr>
          <a:lstStyle/>
          <a:p>
            <a:pPr marL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pPr>
            <a:fld id="{00000000-1234-1234-1234-123412341234}" type="slidenum">
              <a:rPr lang="en-US" sz="1500"/>
              <a:t/>
            </a:fld>
            <a:endParaRPr sz="1500"/>
          </a:p>
        </p:txBody>
      </p:sp>
    </p:spTree>
  </p:cSld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MasterSp="0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6" name="Google Shape;196;g1dd1d5e95de_0_10:notes"/>
          <p:cNvSpPr/>
          <p:nvPr>
            <p:ph type="sldImg" idx="2"/>
          </p:nvPr>
        </p:nvSpPr>
        <p:spPr bwMode="auto"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fill="norm" stroke="1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97" name="Google Shape;197;g1dd1d5e95de_0_10:notes"/>
          <p:cNvSpPr txBox="1"/>
          <p:nvPr>
            <p:ph type="body" idx="1"/>
          </p:nvPr>
        </p:nvSpPr>
        <p:spPr bwMode="auto"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3125" tIns="46550" rIns="93125" bIns="46550" anchor="t" anchorCtr="0">
            <a:noAutofit/>
          </a:bodyPr>
          <a:lstStyle/>
          <a:p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pPr>
            <a:r>
              <a:rPr lang="en-US">
                <a:solidFill>
                  <a:srgbClr val="0B0B0B"/>
                </a:solidFill>
                <a:latin typeface="Proxima Nova"/>
                <a:ea typeface="Proxima Nova"/>
                <a:cs typeface="Proxima Nova"/>
              </a:rPr>
              <a:t>Этот слайд является необязательным. Вы можете включать его в презентацию по необходимости. </a:t>
            </a:r>
            <a:endParaRPr>
              <a:solidFill>
                <a:srgbClr val="0B0B0B"/>
              </a:solidFill>
              <a:latin typeface="Proxima Nova"/>
              <a:ea typeface="Proxima Nova"/>
              <a:cs typeface="Proxima Nova"/>
            </a:endParaRPr>
          </a:p>
          <a:p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pPr>
            <a:endParaRPr>
              <a:latin typeface="Proxima Nova"/>
              <a:ea typeface="Proxima Nova"/>
              <a:cs typeface="Proxima Nova"/>
            </a:endParaRPr>
          </a:p>
          <a:p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pPr>
            <a:r>
              <a:rPr lang="en-US">
                <a:latin typeface="Proxima Nova"/>
                <a:ea typeface="Proxima Nova"/>
                <a:cs typeface="Proxima Nova"/>
              </a:rPr>
              <a:t>Договориться о ходе вебинара. Когда можно задавать вопросы, сколько вебинар продлится, что ожидается от участников, кому и как задавать вопросы после вебинара, где можно будет взять материалы вебинара и прочие моменты, которые полезно обговорить на старте.</a:t>
            </a:r>
            <a:endParaRPr>
              <a:latin typeface="Proxima Nova"/>
              <a:ea typeface="Proxima Nova"/>
              <a:cs typeface="Proxima Nova"/>
            </a:endParaRPr>
          </a:p>
          <a:p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pPr>
            <a:endParaRPr/>
          </a:p>
          <a:p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pPr>
            <a:endParaRPr>
              <a:solidFill>
                <a:srgbClr val="0B0B0B"/>
              </a:solidFill>
              <a:latin typeface="Proxima Nova"/>
              <a:ea typeface="Proxima Nova"/>
              <a:cs typeface="Proxima Nova"/>
            </a:endParaRPr>
          </a:p>
        </p:txBody>
      </p:sp>
      <p:sp>
        <p:nvSpPr>
          <p:cNvPr id="198" name="Google Shape;198;g1dd1d5e95de_0_10:notes"/>
          <p:cNvSpPr txBox="1"/>
          <p:nvPr>
            <p:ph type="sldNum" idx="12"/>
          </p:nvPr>
        </p:nvSpPr>
        <p:spPr bwMode="auto">
          <a:xfrm>
            <a:off x="3884613" y="8685213"/>
            <a:ext cx="2971800" cy="45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3125" tIns="46550" rIns="93125" bIns="46550" anchor="b" anchorCtr="0">
            <a:noAutofit/>
          </a:bodyPr>
          <a:lstStyle/>
          <a:p>
            <a:pPr marL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pPr>
            <a:fld id="{00000000-1234-1234-1234-123412341234}" type="slidenum">
              <a:rPr lang="en-US" sz="1500"/>
              <a:t/>
            </a:fld>
            <a:endParaRPr sz="1500"/>
          </a:p>
        </p:txBody>
      </p:sp>
    </p:spTree>
  </p:cSld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MasterSp="0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27" name="Google Shape;227;g1dd1d5e95de_0_50:notes"/>
          <p:cNvSpPr/>
          <p:nvPr>
            <p:ph type="sldImg" idx="2"/>
          </p:nvPr>
        </p:nvSpPr>
        <p:spPr bwMode="auto"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fill="norm" stroke="1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28" name="Google Shape;228;g1dd1d5e95de_0_50:notes"/>
          <p:cNvSpPr txBox="1"/>
          <p:nvPr>
            <p:ph type="body" idx="1"/>
          </p:nvPr>
        </p:nvSpPr>
        <p:spPr bwMode="auto"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pPr>
            <a:r>
              <a:rPr lang="en-US" sz="1200">
                <a:latin typeface="Proxima Nova"/>
                <a:ea typeface="Proxima Nova"/>
                <a:cs typeface="Proxima Nova"/>
              </a:rPr>
              <a:t>Пример оформления слайда со списком.</a:t>
            </a:r>
            <a:r>
              <a:rPr lang="en-US" sz="1200"/>
              <a:t> </a:t>
            </a:r>
            <a:r>
              <a:rPr lang="en-US" sz="1200">
                <a:latin typeface="Proxima Nova"/>
                <a:ea typeface="Proxima Nova"/>
                <a:cs typeface="Proxima Nova"/>
              </a:rPr>
              <a:t>Больше вариантов оформления см.</a:t>
            </a:r>
            <a:r>
              <a:rPr lang="en-US" sz="1200">
                <a:solidFill>
                  <a:srgbClr val="666666"/>
                </a:solidFill>
                <a:latin typeface="Proxima Nova"/>
                <a:ea typeface="Proxima Nova"/>
                <a:cs typeface="Proxima Nova"/>
              </a:rPr>
              <a:t> </a:t>
            </a:r>
            <a:r>
              <a:rPr lang="en-US" sz="1200" b="1" u="sng">
                <a:solidFill>
                  <a:srgbClr val="0066FF"/>
                </a:solidFill>
                <a:latin typeface="Proxima Nova"/>
                <a:ea typeface="Proxima Nova"/>
                <a:cs typeface="Proxima Nova"/>
                <a:hlinkClick r:id="rId3" tooltip="https://docs.google.com/presentation/d/1UoP8q7CP9y9hCJgrQDSIX-El6A1TTQUI78oPpIvcsM4/edit#slide=id.ge63e15d5d0_0_5"/>
              </a:rPr>
              <a:t>здесь</a:t>
            </a:r>
            <a:endParaRPr sz="1200">
              <a:solidFill>
                <a:srgbClr val="0066FF"/>
              </a:solidFill>
            </a:endParaRPr>
          </a:p>
        </p:txBody>
      </p:sp>
      <p:sp>
        <p:nvSpPr>
          <p:cNvPr id="229" name="Google Shape;229;g1dd1d5e95de_0_50:notes"/>
          <p:cNvSpPr txBox="1"/>
          <p:nvPr>
            <p:ph type="sldNum" idx="12"/>
          </p:nvPr>
        </p:nvSpPr>
        <p:spPr bwMode="auto"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pPr>
            <a:fld id="{00000000-1234-1234-1234-123412341234}" type="slidenum">
              <a:rPr lang="en-US"/>
              <a:t/>
            </a:fld>
            <a:endParaRPr/>
          </a:p>
        </p:txBody>
      </p:sp>
    </p:spTree>
  </p:cSld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MasterSp="0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34" name="Google Shape;234;g1dd1d5e95de_0_56:notes"/>
          <p:cNvSpPr/>
          <p:nvPr>
            <p:ph type="sldImg" idx="2"/>
          </p:nvPr>
        </p:nvSpPr>
        <p:spPr bwMode="auto"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fill="norm" stroke="1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35" name="Google Shape;235;g1dd1d5e95de_0_56:notes"/>
          <p:cNvSpPr txBox="1"/>
          <p:nvPr>
            <p:ph type="body" idx="1"/>
          </p:nvPr>
        </p:nvSpPr>
        <p:spPr bwMode="auto"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pPr>
            <a:r>
              <a:rPr lang="en-US" sz="1200">
                <a:latin typeface="Proxima Nova"/>
                <a:ea typeface="Proxima Nova"/>
                <a:cs typeface="Proxima Nova"/>
              </a:rPr>
              <a:t>Пример оформления слайда со списком.</a:t>
            </a:r>
            <a:r>
              <a:rPr lang="en-US" sz="1200"/>
              <a:t> </a:t>
            </a:r>
            <a:r>
              <a:rPr lang="en-US" sz="1200">
                <a:latin typeface="Proxima Nova"/>
                <a:ea typeface="Proxima Nova"/>
                <a:cs typeface="Proxima Nova"/>
              </a:rPr>
              <a:t>Больше вариантов оформления см.</a:t>
            </a:r>
            <a:r>
              <a:rPr lang="en-US" sz="1200">
                <a:solidFill>
                  <a:srgbClr val="666666"/>
                </a:solidFill>
                <a:latin typeface="Proxima Nova"/>
                <a:ea typeface="Proxima Nova"/>
                <a:cs typeface="Proxima Nova"/>
              </a:rPr>
              <a:t> </a:t>
            </a:r>
            <a:r>
              <a:rPr lang="en-US" sz="1200" b="1" u="sng">
                <a:solidFill>
                  <a:srgbClr val="0066FF"/>
                </a:solidFill>
                <a:latin typeface="Proxima Nova"/>
                <a:ea typeface="Proxima Nova"/>
                <a:cs typeface="Proxima Nova"/>
                <a:hlinkClick r:id="rId3" tooltip="https://docs.google.com/presentation/d/1UoP8q7CP9y9hCJgrQDSIX-El6A1TTQUI78oPpIvcsM4/edit#slide=id.ge63e15d5d0_0_5"/>
              </a:rPr>
              <a:t>здесь</a:t>
            </a:r>
            <a:endParaRPr sz="1200">
              <a:solidFill>
                <a:srgbClr val="0066FF"/>
              </a:solidFill>
            </a:endParaRPr>
          </a:p>
        </p:txBody>
      </p:sp>
      <p:sp>
        <p:nvSpPr>
          <p:cNvPr id="236" name="Google Shape;236;g1dd1d5e95de_0_56:notes"/>
          <p:cNvSpPr txBox="1"/>
          <p:nvPr>
            <p:ph type="sldNum" idx="12"/>
          </p:nvPr>
        </p:nvSpPr>
        <p:spPr bwMode="auto"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pPr>
            <a:fld id="{00000000-1234-1234-1234-123412341234}" type="slidenum">
              <a:rPr lang="en-US"/>
              <a:t/>
            </a:fld>
            <a:endParaRPr/>
          </a:p>
        </p:txBody>
      </p:sp>
    </p:spTree>
  </p:cSld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MasterSp="0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41" name="Google Shape;241;g1dd1d5e95de_0_62:notes"/>
          <p:cNvSpPr/>
          <p:nvPr>
            <p:ph type="sldImg" idx="2"/>
          </p:nvPr>
        </p:nvSpPr>
        <p:spPr bwMode="auto"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fill="norm" stroke="1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42" name="Google Shape;242;g1dd1d5e95de_0_62:notes"/>
          <p:cNvSpPr txBox="1"/>
          <p:nvPr>
            <p:ph type="body" idx="1"/>
          </p:nvPr>
        </p:nvSpPr>
        <p:spPr bwMode="auto"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pPr>
            <a:r>
              <a:rPr lang="en-US" sz="1200">
                <a:latin typeface="Proxima Nova"/>
                <a:ea typeface="Proxima Nova"/>
                <a:cs typeface="Proxima Nova"/>
              </a:rPr>
              <a:t>Пример оформления слайда со списком.</a:t>
            </a:r>
            <a:r>
              <a:rPr lang="en-US" sz="1200"/>
              <a:t> </a:t>
            </a:r>
            <a:r>
              <a:rPr lang="en-US" sz="1200">
                <a:latin typeface="Proxima Nova"/>
                <a:ea typeface="Proxima Nova"/>
                <a:cs typeface="Proxima Nova"/>
              </a:rPr>
              <a:t>Больше вариантов оформления см.</a:t>
            </a:r>
            <a:r>
              <a:rPr lang="en-US" sz="1200">
                <a:solidFill>
                  <a:srgbClr val="666666"/>
                </a:solidFill>
                <a:latin typeface="Proxima Nova"/>
                <a:ea typeface="Proxima Nova"/>
                <a:cs typeface="Proxima Nova"/>
              </a:rPr>
              <a:t> </a:t>
            </a:r>
            <a:r>
              <a:rPr lang="en-US" sz="1200" b="1" u="sng">
                <a:solidFill>
                  <a:srgbClr val="0066FF"/>
                </a:solidFill>
                <a:latin typeface="Proxima Nova"/>
                <a:ea typeface="Proxima Nova"/>
                <a:cs typeface="Proxima Nova"/>
                <a:hlinkClick r:id="rId3" tooltip="https://docs.google.com/presentation/d/1UoP8q7CP9y9hCJgrQDSIX-El6A1TTQUI78oPpIvcsM4/edit#slide=id.ge63e15d5d0_0_5"/>
              </a:rPr>
              <a:t>здесь</a:t>
            </a:r>
            <a:endParaRPr sz="1200">
              <a:solidFill>
                <a:srgbClr val="0066FF"/>
              </a:solidFill>
            </a:endParaRPr>
          </a:p>
        </p:txBody>
      </p:sp>
      <p:sp>
        <p:nvSpPr>
          <p:cNvPr id="243" name="Google Shape;243;g1dd1d5e95de_0_62:notes"/>
          <p:cNvSpPr txBox="1"/>
          <p:nvPr>
            <p:ph type="sldNum" idx="12"/>
          </p:nvPr>
        </p:nvSpPr>
        <p:spPr bwMode="auto"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pPr>
            <a:fld id="{00000000-1234-1234-1234-123412341234}" type="slidenum">
              <a:rPr lang="en-US"/>
              <a:t/>
            </a:fld>
            <a:endParaRPr/>
          </a:p>
        </p:txBody>
      </p:sp>
    </p:spTree>
  </p:cSld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MasterSp="0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48" name="Google Shape;248;g1dd1d5e95de_0_161:notes"/>
          <p:cNvSpPr/>
          <p:nvPr>
            <p:ph type="sldImg" idx="2"/>
          </p:nvPr>
        </p:nvSpPr>
        <p:spPr bwMode="auto"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fill="norm" stroke="1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49" name="Google Shape;249;g1dd1d5e95de_0_161:notes"/>
          <p:cNvSpPr txBox="1"/>
          <p:nvPr>
            <p:ph type="body" idx="1"/>
          </p:nvPr>
        </p:nvSpPr>
        <p:spPr bwMode="auto"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pPr>
            <a:r>
              <a:rPr lang="en-US" sz="1200">
                <a:latin typeface="Proxima Nova"/>
                <a:ea typeface="Proxima Nova"/>
                <a:cs typeface="Proxima Nova"/>
              </a:rPr>
              <a:t>Пример оформления слайда со списком.</a:t>
            </a:r>
            <a:r>
              <a:rPr lang="en-US" sz="1200"/>
              <a:t> </a:t>
            </a:r>
            <a:r>
              <a:rPr lang="en-US" sz="1200">
                <a:latin typeface="Proxima Nova"/>
                <a:ea typeface="Proxima Nova"/>
                <a:cs typeface="Proxima Nova"/>
              </a:rPr>
              <a:t>Больше вариантов оформления см.</a:t>
            </a:r>
            <a:r>
              <a:rPr lang="en-US" sz="1200">
                <a:solidFill>
                  <a:srgbClr val="666666"/>
                </a:solidFill>
                <a:latin typeface="Proxima Nova"/>
                <a:ea typeface="Proxima Nova"/>
                <a:cs typeface="Proxima Nova"/>
              </a:rPr>
              <a:t> </a:t>
            </a:r>
            <a:r>
              <a:rPr lang="en-US" sz="1200" b="1" u="sng">
                <a:solidFill>
                  <a:srgbClr val="0066FF"/>
                </a:solidFill>
                <a:latin typeface="Proxima Nova"/>
                <a:ea typeface="Proxima Nova"/>
                <a:cs typeface="Proxima Nova"/>
                <a:hlinkClick r:id="rId3" tooltip="https://docs.google.com/presentation/d/1UoP8q7CP9y9hCJgrQDSIX-El6A1TTQUI78oPpIvcsM4/edit#slide=id.ge63e15d5d0_0_5"/>
              </a:rPr>
              <a:t>здесь</a:t>
            </a:r>
            <a:endParaRPr sz="1200">
              <a:solidFill>
                <a:srgbClr val="0066FF"/>
              </a:solidFill>
            </a:endParaRPr>
          </a:p>
        </p:txBody>
      </p:sp>
      <p:sp>
        <p:nvSpPr>
          <p:cNvPr id="250" name="Google Shape;250;g1dd1d5e95de_0_161:notes"/>
          <p:cNvSpPr txBox="1"/>
          <p:nvPr>
            <p:ph type="sldNum" idx="12"/>
          </p:nvPr>
        </p:nvSpPr>
        <p:spPr bwMode="auto"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pPr>
            <a:fld id="{00000000-1234-1234-1234-123412341234}" type="slidenum">
              <a:rPr lang="en-US"/>
              <a:t/>
            </a:fld>
            <a:endParaRPr/>
          </a:p>
        </p:txBody>
      </p:sp>
    </p:spTree>
  </p:cSld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MasterSp="0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55" name="Google Shape;255;g1dd1d5e95de_0_70:notes"/>
          <p:cNvSpPr/>
          <p:nvPr>
            <p:ph type="sldImg" idx="2"/>
          </p:nvPr>
        </p:nvSpPr>
        <p:spPr bwMode="auto"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fill="norm" stroke="1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56" name="Google Shape;256;g1dd1d5e95de_0_70:notes"/>
          <p:cNvSpPr txBox="1"/>
          <p:nvPr>
            <p:ph type="body" idx="1"/>
          </p:nvPr>
        </p:nvSpPr>
        <p:spPr bwMode="auto"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pPr>
            <a:r>
              <a:rPr lang="en-US" sz="1200">
                <a:latin typeface="Proxima Nova"/>
                <a:ea typeface="Proxima Nova"/>
                <a:cs typeface="Proxima Nova"/>
              </a:rPr>
              <a:t>Пример оформления слайда со списком.</a:t>
            </a:r>
            <a:r>
              <a:rPr lang="en-US" sz="1200"/>
              <a:t> </a:t>
            </a:r>
            <a:r>
              <a:rPr lang="en-US" sz="1200">
                <a:latin typeface="Proxima Nova"/>
                <a:ea typeface="Proxima Nova"/>
                <a:cs typeface="Proxima Nova"/>
              </a:rPr>
              <a:t>Больше вариантов оформления см.</a:t>
            </a:r>
            <a:r>
              <a:rPr lang="en-US" sz="1200">
                <a:solidFill>
                  <a:srgbClr val="666666"/>
                </a:solidFill>
                <a:latin typeface="Proxima Nova"/>
                <a:ea typeface="Proxima Nova"/>
                <a:cs typeface="Proxima Nova"/>
              </a:rPr>
              <a:t> </a:t>
            </a:r>
            <a:r>
              <a:rPr lang="en-US" sz="1200" b="1" u="sng">
                <a:solidFill>
                  <a:srgbClr val="0066FF"/>
                </a:solidFill>
                <a:latin typeface="Proxima Nova"/>
                <a:ea typeface="Proxima Nova"/>
                <a:cs typeface="Proxima Nova"/>
                <a:hlinkClick r:id="rId3" tooltip="https://docs.google.com/presentation/d/1UoP8q7CP9y9hCJgrQDSIX-El6A1TTQUI78oPpIvcsM4/edit#slide=id.ge63e15d5d0_0_5"/>
              </a:rPr>
              <a:t>здесь</a:t>
            </a:r>
            <a:endParaRPr sz="1200">
              <a:solidFill>
                <a:srgbClr val="0066FF"/>
              </a:solidFill>
            </a:endParaRPr>
          </a:p>
        </p:txBody>
      </p:sp>
      <p:sp>
        <p:nvSpPr>
          <p:cNvPr id="257" name="Google Shape;257;g1dd1d5e95de_0_70:notes"/>
          <p:cNvSpPr txBox="1"/>
          <p:nvPr>
            <p:ph type="sldNum" idx="12"/>
          </p:nvPr>
        </p:nvSpPr>
        <p:spPr bwMode="auto"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pPr>
            <a:fld id="{00000000-1234-1234-1234-123412341234}" type="slidenum">
              <a:rPr lang="en-US"/>
              <a:t/>
            </a:fld>
            <a:endParaRPr/>
          </a:p>
        </p:txBody>
      </p:sp>
    </p:spTree>
  </p:cSld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MasterSp="0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62" name="Google Shape;262;g1dd1d5e95de_0_167:notes"/>
          <p:cNvSpPr/>
          <p:nvPr>
            <p:ph type="sldImg" idx="2"/>
          </p:nvPr>
        </p:nvSpPr>
        <p:spPr bwMode="auto"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fill="norm" stroke="1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63" name="Google Shape;263;g1dd1d5e95de_0_167:notes"/>
          <p:cNvSpPr txBox="1"/>
          <p:nvPr>
            <p:ph type="body" idx="1"/>
          </p:nvPr>
        </p:nvSpPr>
        <p:spPr bwMode="auto"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4825" tIns="47425" rIns="94825" bIns="47425" anchor="t" anchorCtr="0">
            <a:noAutofit/>
          </a:bodyPr>
          <a:lstStyle/>
          <a:p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/>
            </a:pPr>
            <a:r>
              <a:rPr lang="en-US" sz="1200">
                <a:latin typeface="Proxima Nova"/>
                <a:ea typeface="Proxima Nova"/>
                <a:cs typeface="Proxima Nova"/>
              </a:rPr>
              <a:t>Пример слайда с подведением итогов занятия</a:t>
            </a:r>
            <a:endParaRPr sz="1200">
              <a:latin typeface="Proxima Nova"/>
              <a:ea typeface="Proxima Nova"/>
              <a:cs typeface="Proxima Nova"/>
            </a:endParaRPr>
          </a:p>
        </p:txBody>
      </p:sp>
      <p:sp>
        <p:nvSpPr>
          <p:cNvPr id="264" name="Google Shape;264;g1dd1d5e95de_0_167:notes"/>
          <p:cNvSpPr txBox="1"/>
          <p:nvPr>
            <p:ph type="sldNum" idx="12"/>
          </p:nvPr>
        </p:nvSpPr>
        <p:spPr bwMode="auto">
          <a:xfrm>
            <a:off x="3884613" y="8685213"/>
            <a:ext cx="2971800" cy="45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4825" tIns="47425" rIns="94825" bIns="47425" anchor="b" anchorCtr="0">
            <a:noAutofit/>
          </a:bodyPr>
          <a:lstStyle/>
          <a:p>
            <a:pPr marL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pPr>
            <a:fld id="{00000000-1234-1234-1234-123412341234}" type="slidenum">
              <a:rPr lang="en-US" sz="1500"/>
              <a:t/>
            </a:fld>
            <a:endParaRPr sz="1500"/>
          </a:p>
        </p:txBody>
      </p:sp>
    </p:spTree>
  </p:cSld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MasterSp="0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22" name="Google Shape;322;g1dd1d5e95de_0_242:notes"/>
          <p:cNvSpPr/>
          <p:nvPr>
            <p:ph type="sldImg" idx="2"/>
          </p:nvPr>
        </p:nvSpPr>
        <p:spPr bwMode="auto"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fill="norm" stroke="1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23" name="Google Shape;323;g1dd1d5e95de_0_242:notes"/>
          <p:cNvSpPr txBox="1"/>
          <p:nvPr>
            <p:ph type="body" idx="1"/>
          </p:nvPr>
        </p:nvSpPr>
        <p:spPr bwMode="auto"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4825" tIns="47425" rIns="94825" bIns="47425" anchor="t" anchorCtr="0">
            <a:noAutofit/>
          </a:bodyPr>
          <a:lstStyle/>
          <a:p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/>
            </a:pPr>
            <a:r>
              <a:rPr lang="en-US" sz="1200">
                <a:latin typeface="Proxima Nova"/>
                <a:ea typeface="Proxima Nova"/>
                <a:cs typeface="Proxima Nova"/>
              </a:rPr>
              <a:t>Пример слайда с подведением итогов занятия</a:t>
            </a:r>
            <a:endParaRPr sz="1200">
              <a:latin typeface="Proxima Nova"/>
              <a:ea typeface="Proxima Nova"/>
              <a:cs typeface="Proxima Nova"/>
            </a:endParaRPr>
          </a:p>
        </p:txBody>
      </p:sp>
      <p:sp>
        <p:nvSpPr>
          <p:cNvPr id="324" name="Google Shape;324;g1dd1d5e95de_0_242:notes"/>
          <p:cNvSpPr txBox="1"/>
          <p:nvPr>
            <p:ph type="sldNum" idx="12"/>
          </p:nvPr>
        </p:nvSpPr>
        <p:spPr bwMode="auto">
          <a:xfrm>
            <a:off x="3884613" y="8685213"/>
            <a:ext cx="2971800" cy="45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4825" tIns="47425" rIns="94825" bIns="47425" anchor="b" anchorCtr="0">
            <a:noAutofit/>
          </a:bodyPr>
          <a:lstStyle/>
          <a:p>
            <a:pPr marL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pPr>
            <a:fld id="{00000000-1234-1234-1234-123412341234}" type="slidenum">
              <a:rPr lang="en-US" sz="1500"/>
              <a:t/>
            </a:fld>
            <a:endParaRPr sz="1500"/>
          </a:p>
        </p:txBody>
      </p:sp>
    </p:spTree>
  </p:cSld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MasterSp="0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38" name="Google Shape;338;g1bbe5570b94_0_1489:notes"/>
          <p:cNvSpPr/>
          <p:nvPr>
            <p:ph type="sldImg" idx="2"/>
          </p:nvPr>
        </p:nvSpPr>
        <p:spPr bwMode="auto">
          <a:xfrm>
            <a:off x="-952500" y="137160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0000" h="120000" fill="norm" stroke="1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39" name="Google Shape;339;g1bbe5570b94_0_1489:notes"/>
          <p:cNvSpPr txBox="1"/>
          <p:nvPr>
            <p:ph type="body" idx="1"/>
          </p:nvPr>
        </p:nvSpPr>
        <p:spPr bwMode="auto">
          <a:xfrm>
            <a:off x="1028700" y="8686800"/>
            <a:ext cx="8229600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52375" tIns="152375" rIns="152375" bIns="152375" anchor="t" anchorCtr="0">
            <a:noAutofit/>
          </a:bodyPr>
          <a:lstStyle/>
          <a:p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pPr>
            <a:r>
              <a:rPr lang="en-US" sz="1200"/>
              <a:t>Титульный слайд</a:t>
            </a:r>
            <a:endParaRPr sz="1200"/>
          </a:p>
        </p:txBody>
      </p:sp>
    </p:spTree>
  </p:cSld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1.Фон" preserve="0" showMasterPhAnim="0" userDrawn="1">
  <p:cSld name="1.Фон">
    <p:bg>
      <p:bgPr shadeToTitle="0">
        <a:solidFill>
          <a:schemeClr val="lt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11. Фон dark" preserve="0" showMasterPhAnim="0" userDrawn="1">
  <p:cSld name="1_11. Фон dark">
    <p:bg>
      <p:bgPr shadeToTitle="0">
        <a:solidFill>
          <a:schemeClr val="lt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2.Определение" preserve="0" showMasterPhAnim="0" userDrawn="1">
  <p:cSld name="2.Определение">
    <p:bg>
      <p:bgPr shadeToTitle="0">
        <a:solidFill>
          <a:schemeClr val="lt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" name="Google Shape;13;p4"/>
          <p:cNvSpPr/>
          <p:nvPr/>
        </p:nvSpPr>
        <p:spPr bwMode="auto">
          <a:xfrm>
            <a:off x="7143750" y="0"/>
            <a:ext cx="5143500" cy="5143500"/>
          </a:xfrm>
          <a:prstGeom prst="ellipse">
            <a:avLst/>
          </a:prstGeom>
          <a:noFill/>
          <a:ln w="19050" cap="flat" cmpd="sng">
            <a:solidFill>
              <a:srgbClr val="F2F2F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45725" tIns="45725" rIns="45725" bIns="45725" anchor="ctr" anchorCtr="0">
            <a:noAutofit/>
          </a:bodyPr>
          <a:lstStyle/>
          <a:p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/>
            </a:pPr>
            <a:endParaRPr sz="7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4" name="Google Shape;14;p4"/>
          <p:cNvSpPr/>
          <p:nvPr/>
        </p:nvSpPr>
        <p:spPr bwMode="auto">
          <a:xfrm>
            <a:off x="-3143250" y="0"/>
            <a:ext cx="5143500" cy="5143500"/>
          </a:xfrm>
          <a:prstGeom prst="ellipse">
            <a:avLst/>
          </a:prstGeom>
          <a:noFill/>
          <a:ln w="19050" cap="flat" cmpd="sng">
            <a:solidFill>
              <a:srgbClr val="F2F2F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45725" tIns="45725" rIns="45725" bIns="45725" anchor="ctr" anchorCtr="0">
            <a:noAutofit/>
          </a:bodyPr>
          <a:lstStyle/>
          <a:p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/>
            </a:pPr>
            <a:endParaRPr sz="7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5" name="Google Shape;15;p4"/>
          <p:cNvSpPr/>
          <p:nvPr/>
        </p:nvSpPr>
        <p:spPr bwMode="auto">
          <a:xfrm>
            <a:off x="2000250" y="0"/>
            <a:ext cx="5143500" cy="5143500"/>
          </a:xfrm>
          <a:prstGeom prst="ellipse">
            <a:avLst/>
          </a:prstGeom>
          <a:noFill/>
          <a:ln w="25400" cap="flat" cmpd="sng">
            <a:solidFill>
              <a:srgbClr val="EAEAE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45725" tIns="45725" rIns="45725" bIns="45725" anchor="ctr" anchorCtr="0">
            <a:noAutofit/>
          </a:bodyPr>
          <a:lstStyle/>
          <a:p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/>
            </a:pPr>
            <a:endParaRPr sz="7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3.Титульник wihte" preserve="0" showMasterPhAnim="0" userDrawn="1">
  <p:cSld name="3.Титульник wihte">
    <p:bg>
      <p:bgPr shadeToTitle="0">
        <a:solidFill>
          <a:schemeClr val="lt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" name="Google Shape;17;p5"/>
          <p:cNvSpPr/>
          <p:nvPr/>
        </p:nvSpPr>
        <p:spPr bwMode="auto">
          <a:xfrm>
            <a:off x="6531775" y="0"/>
            <a:ext cx="5214899" cy="5143500"/>
          </a:xfrm>
          <a:prstGeom prst="ellipse">
            <a:avLst/>
          </a:prstGeom>
          <a:solidFill>
            <a:schemeClr val="accent6"/>
          </a:solidFill>
          <a:ln w="9525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45725" tIns="45725" rIns="45725" bIns="45725" anchor="ctr" anchorCtr="0">
            <a:noAutofit/>
          </a:bodyPr>
          <a:lstStyle/>
          <a:p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/>
            </a:pPr>
            <a:endParaRPr sz="7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8" name="Google Shape;18;p5"/>
          <p:cNvSpPr/>
          <p:nvPr/>
        </p:nvSpPr>
        <p:spPr bwMode="auto">
          <a:xfrm>
            <a:off x="1331509" y="18000"/>
            <a:ext cx="5200200" cy="5129399"/>
          </a:xfrm>
          <a:prstGeom prst="ellipse">
            <a:avLst/>
          </a:prstGeom>
          <a:noFill/>
          <a:ln w="19050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45725" tIns="45725" rIns="45725" bIns="45725" anchor="ctr" anchorCtr="0">
            <a:noAutofit/>
          </a:bodyPr>
          <a:lstStyle/>
          <a:p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/>
            </a:pPr>
            <a:endParaRPr sz="7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grpSp>
        <p:nvGrpSpPr>
          <p:cNvPr id="19" name="Google Shape;19;p5"/>
          <p:cNvGrpSpPr/>
          <p:nvPr/>
        </p:nvGrpSpPr>
        <p:grpSpPr bwMode="auto">
          <a:xfrm>
            <a:off x="8569715" y="4536459"/>
            <a:ext cx="258577" cy="265368"/>
            <a:chOff x="238125" y="2432825"/>
            <a:chExt cx="779549" cy="781875"/>
          </a:xfrm>
        </p:grpSpPr>
        <p:sp>
          <p:nvSpPr>
            <p:cNvPr id="20" name="Google Shape;20;p5"/>
            <p:cNvSpPr/>
            <p:nvPr/>
          </p:nvSpPr>
          <p:spPr bwMode="auto">
            <a:xfrm>
              <a:off x="238125" y="2842375"/>
              <a:ext cx="372325" cy="372325"/>
            </a:xfrm>
            <a:custGeom>
              <a:avLst/>
              <a:gdLst/>
              <a:ahLst/>
              <a:cxnLst/>
              <a:rect l="l" t="t" r="r" b="b"/>
              <a:pathLst>
                <a:path w="14893" h="14893" fill="norm" stroke="1" extrusionOk="0">
                  <a:moveTo>
                    <a:pt x="8005" y="0"/>
                  </a:moveTo>
                  <a:cubicBezTo>
                    <a:pt x="7819" y="0"/>
                    <a:pt x="7632" y="0"/>
                    <a:pt x="7446" y="0"/>
                  </a:cubicBezTo>
                  <a:cubicBezTo>
                    <a:pt x="3351" y="0"/>
                    <a:pt x="0" y="3258"/>
                    <a:pt x="0" y="7446"/>
                  </a:cubicBezTo>
                  <a:cubicBezTo>
                    <a:pt x="0" y="11542"/>
                    <a:pt x="3351" y="14892"/>
                    <a:pt x="7446" y="14892"/>
                  </a:cubicBezTo>
                  <a:cubicBezTo>
                    <a:pt x="11542" y="14892"/>
                    <a:pt x="14893" y="11542"/>
                    <a:pt x="14893" y="7446"/>
                  </a:cubicBezTo>
                  <a:cubicBezTo>
                    <a:pt x="14893" y="7074"/>
                    <a:pt x="14799" y="6795"/>
                    <a:pt x="14799" y="6515"/>
                  </a:cubicBezTo>
                  <a:cubicBezTo>
                    <a:pt x="11262" y="6236"/>
                    <a:pt x="8470" y="3444"/>
                    <a:pt x="8005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45725" tIns="45725" rIns="45725" bIns="45725" anchor="ctr" anchorCtr="0">
              <a:noAutofit/>
            </a:bodyPr>
            <a:lstStyle/>
            <a:p>
              <a:pPr marL="0" marR="0" lvl="0" indent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00"/>
                <a:buFont typeface="Arial"/>
                <a:buNone/>
                <a:defRPr/>
              </a:pPr>
              <a:endParaRPr sz="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</a:endParaRPr>
            </a:p>
          </p:txBody>
        </p:sp>
        <p:sp>
          <p:nvSpPr>
            <p:cNvPr id="21" name="Google Shape;21;p5"/>
            <p:cNvSpPr/>
            <p:nvPr/>
          </p:nvSpPr>
          <p:spPr bwMode="auto">
            <a:xfrm>
              <a:off x="238125" y="2432825"/>
              <a:ext cx="372325" cy="372325"/>
            </a:xfrm>
            <a:custGeom>
              <a:avLst/>
              <a:gdLst/>
              <a:ahLst/>
              <a:cxnLst/>
              <a:rect l="l" t="t" r="r" b="b"/>
              <a:pathLst>
                <a:path w="14893" h="14893" fill="norm" stroke="1" extrusionOk="0">
                  <a:moveTo>
                    <a:pt x="14893" y="7447"/>
                  </a:moveTo>
                  <a:cubicBezTo>
                    <a:pt x="14893" y="3351"/>
                    <a:pt x="11542" y="0"/>
                    <a:pt x="7446" y="0"/>
                  </a:cubicBezTo>
                  <a:cubicBezTo>
                    <a:pt x="3351" y="0"/>
                    <a:pt x="0" y="3351"/>
                    <a:pt x="0" y="7447"/>
                  </a:cubicBezTo>
                  <a:cubicBezTo>
                    <a:pt x="0" y="11542"/>
                    <a:pt x="3351" y="14893"/>
                    <a:pt x="7446" y="14893"/>
                  </a:cubicBezTo>
                  <a:cubicBezTo>
                    <a:pt x="7632" y="14893"/>
                    <a:pt x="7819" y="14893"/>
                    <a:pt x="8005" y="14893"/>
                  </a:cubicBezTo>
                  <a:cubicBezTo>
                    <a:pt x="8284" y="11170"/>
                    <a:pt x="11169" y="8284"/>
                    <a:pt x="14799" y="8005"/>
                  </a:cubicBezTo>
                  <a:cubicBezTo>
                    <a:pt x="14799" y="7819"/>
                    <a:pt x="14893" y="7633"/>
                    <a:pt x="14893" y="7447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45725" tIns="45725" rIns="45725" bIns="45725" anchor="ctr" anchorCtr="0">
              <a:noAutofit/>
            </a:bodyPr>
            <a:lstStyle/>
            <a:p>
              <a:pPr marL="0" marR="0" lvl="0" indent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00"/>
                <a:buFont typeface="Arial"/>
                <a:buNone/>
                <a:defRPr/>
              </a:pPr>
              <a:endParaRPr sz="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</a:endParaRPr>
            </a:p>
          </p:txBody>
        </p:sp>
        <p:sp>
          <p:nvSpPr>
            <p:cNvPr id="22" name="Google Shape;22;p5"/>
            <p:cNvSpPr/>
            <p:nvPr/>
          </p:nvSpPr>
          <p:spPr bwMode="auto">
            <a:xfrm>
              <a:off x="645325" y="2432825"/>
              <a:ext cx="372350" cy="372325"/>
            </a:xfrm>
            <a:custGeom>
              <a:avLst/>
              <a:gdLst/>
              <a:ahLst/>
              <a:cxnLst/>
              <a:rect l="l" t="t" r="r" b="b"/>
              <a:pathLst>
                <a:path w="14894" h="14893" fill="norm" stroke="1" extrusionOk="0">
                  <a:moveTo>
                    <a:pt x="6516" y="14800"/>
                  </a:moveTo>
                  <a:cubicBezTo>
                    <a:pt x="6795" y="14893"/>
                    <a:pt x="7075" y="14893"/>
                    <a:pt x="7447" y="14893"/>
                  </a:cubicBezTo>
                  <a:cubicBezTo>
                    <a:pt x="11542" y="14893"/>
                    <a:pt x="14893" y="11542"/>
                    <a:pt x="14893" y="7447"/>
                  </a:cubicBezTo>
                  <a:cubicBezTo>
                    <a:pt x="14893" y="3351"/>
                    <a:pt x="11542" y="0"/>
                    <a:pt x="7447" y="0"/>
                  </a:cubicBezTo>
                  <a:cubicBezTo>
                    <a:pt x="3351" y="0"/>
                    <a:pt x="1" y="3351"/>
                    <a:pt x="1" y="7447"/>
                  </a:cubicBezTo>
                  <a:cubicBezTo>
                    <a:pt x="1" y="7633"/>
                    <a:pt x="1" y="7819"/>
                    <a:pt x="1" y="8005"/>
                  </a:cubicBezTo>
                  <a:cubicBezTo>
                    <a:pt x="3538" y="8470"/>
                    <a:pt x="6237" y="11263"/>
                    <a:pt x="6516" y="1480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45725" tIns="45725" rIns="45725" bIns="45725" anchor="ctr" anchorCtr="0">
              <a:noAutofit/>
            </a:bodyPr>
            <a:lstStyle/>
            <a:p>
              <a:pPr marL="0" marR="0" lvl="0" indent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00"/>
                <a:buFont typeface="Arial"/>
                <a:buNone/>
                <a:defRPr/>
              </a:pPr>
              <a:endParaRPr sz="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</a:endParaRPr>
            </a:p>
          </p:txBody>
        </p:sp>
        <p:sp>
          <p:nvSpPr>
            <p:cNvPr id="23" name="Google Shape;23;p5"/>
            <p:cNvSpPr/>
            <p:nvPr/>
          </p:nvSpPr>
          <p:spPr bwMode="auto">
            <a:xfrm>
              <a:off x="645325" y="2842375"/>
              <a:ext cx="372350" cy="372325"/>
            </a:xfrm>
            <a:custGeom>
              <a:avLst/>
              <a:gdLst/>
              <a:ahLst/>
              <a:cxnLst/>
              <a:rect l="l" t="t" r="r" b="b"/>
              <a:pathLst>
                <a:path w="14894" h="14893" fill="norm" stroke="1" extrusionOk="0">
                  <a:moveTo>
                    <a:pt x="94" y="6422"/>
                  </a:moveTo>
                  <a:cubicBezTo>
                    <a:pt x="1" y="6795"/>
                    <a:pt x="1" y="7074"/>
                    <a:pt x="1" y="7446"/>
                  </a:cubicBezTo>
                  <a:cubicBezTo>
                    <a:pt x="1" y="11542"/>
                    <a:pt x="3351" y="14892"/>
                    <a:pt x="7447" y="14892"/>
                  </a:cubicBezTo>
                  <a:cubicBezTo>
                    <a:pt x="11542" y="14892"/>
                    <a:pt x="14893" y="11542"/>
                    <a:pt x="14893" y="7446"/>
                  </a:cubicBezTo>
                  <a:cubicBezTo>
                    <a:pt x="14893" y="3258"/>
                    <a:pt x="11542" y="0"/>
                    <a:pt x="7447" y="0"/>
                  </a:cubicBezTo>
                  <a:cubicBezTo>
                    <a:pt x="7075" y="0"/>
                    <a:pt x="6795" y="0"/>
                    <a:pt x="6423" y="0"/>
                  </a:cubicBezTo>
                  <a:cubicBezTo>
                    <a:pt x="6051" y="3351"/>
                    <a:pt x="3351" y="6050"/>
                    <a:pt x="94" y="6422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45725" tIns="45725" rIns="45725" bIns="45725" anchor="ctr" anchorCtr="0">
              <a:noAutofit/>
            </a:bodyPr>
            <a:lstStyle/>
            <a:p>
              <a:pPr marL="0" marR="0" lvl="0" indent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00"/>
                <a:buFont typeface="Arial"/>
                <a:buNone/>
                <a:defRPr/>
              </a:pPr>
              <a:endParaRPr sz="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</a:endParaRPr>
            </a:p>
          </p:txBody>
        </p:sp>
      </p:grp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4.Отбивка wihte" preserve="0" showMasterPhAnim="0" userDrawn="1">
  <p:cSld name="4.Отбивка wihte">
    <p:bg>
      <p:bgPr shadeToTitle="0">
        <a:solidFill>
          <a:schemeClr val="lt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25" name="Google Shape;25;p6"/>
          <p:cNvGrpSpPr/>
          <p:nvPr/>
        </p:nvGrpSpPr>
        <p:grpSpPr bwMode="auto">
          <a:xfrm>
            <a:off x="5737860" y="0"/>
            <a:ext cx="3406140" cy="5128200"/>
            <a:chOff x="11475720" y="0"/>
            <a:chExt cx="6812280" cy="10256400"/>
          </a:xfrm>
        </p:grpSpPr>
        <p:sp>
          <p:nvSpPr>
            <p:cNvPr id="26" name="Google Shape;26;p6"/>
            <p:cNvSpPr/>
            <p:nvPr/>
          </p:nvSpPr>
          <p:spPr bwMode="auto">
            <a:xfrm>
              <a:off x="11475720" y="0"/>
              <a:ext cx="3395700" cy="3398400"/>
            </a:xfrm>
            <a:prstGeom prst="ellipse">
              <a:avLst/>
            </a:prstGeom>
            <a:noFill/>
            <a:ln w="19050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45725" tIns="45725" rIns="45725" bIns="45725" anchor="ctr" anchorCtr="0">
              <a:noAutofit/>
            </a:bodyPr>
            <a:lstStyle/>
            <a:p>
              <a:pPr marL="0" marR="0" lvl="0" indent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00"/>
                <a:buFont typeface="Arial"/>
                <a:buNone/>
                <a:defRPr/>
              </a:pPr>
              <a:endParaRPr sz="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</a:endParaRPr>
            </a:p>
          </p:txBody>
        </p:sp>
        <p:sp>
          <p:nvSpPr>
            <p:cNvPr id="27" name="Google Shape;27;p6"/>
            <p:cNvSpPr/>
            <p:nvPr/>
          </p:nvSpPr>
          <p:spPr bwMode="auto">
            <a:xfrm>
              <a:off x="14892300" y="0"/>
              <a:ext cx="3395700" cy="3398400"/>
            </a:xfrm>
            <a:prstGeom prst="ellipse">
              <a:avLst/>
            </a:prstGeom>
            <a:solidFill>
              <a:schemeClr val="accent6"/>
            </a:solidFill>
            <a:ln w="28575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45725" tIns="45725" rIns="45725" bIns="45725" anchor="ctr" anchorCtr="0">
              <a:noAutofit/>
            </a:bodyPr>
            <a:lstStyle/>
            <a:p>
              <a:pPr marL="0" marR="0" lvl="0" indent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00"/>
                <a:buFont typeface="Arial"/>
                <a:buNone/>
                <a:defRPr/>
              </a:pPr>
              <a:endParaRPr sz="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</a:endParaRPr>
            </a:p>
          </p:txBody>
        </p:sp>
        <p:sp>
          <p:nvSpPr>
            <p:cNvPr id="28" name="Google Shape;28;p6"/>
            <p:cNvSpPr/>
            <p:nvPr/>
          </p:nvSpPr>
          <p:spPr bwMode="auto">
            <a:xfrm>
              <a:off x="11475720" y="3444300"/>
              <a:ext cx="3395700" cy="3398400"/>
            </a:xfrm>
            <a:prstGeom prst="ellipse">
              <a:avLst/>
            </a:prstGeom>
            <a:solidFill>
              <a:schemeClr val="accent6"/>
            </a:solidFill>
            <a:ln w="28575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45725" tIns="45725" rIns="45725" bIns="45725" anchor="ctr" anchorCtr="0">
              <a:noAutofit/>
            </a:bodyPr>
            <a:lstStyle/>
            <a:p>
              <a:pPr marL="0" marR="0" lvl="0" indent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00"/>
                <a:buFont typeface="Arial"/>
                <a:buNone/>
                <a:defRPr/>
              </a:pPr>
              <a:endParaRPr sz="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</a:endParaRPr>
            </a:p>
          </p:txBody>
        </p:sp>
        <p:sp>
          <p:nvSpPr>
            <p:cNvPr id="29" name="Google Shape;29;p6"/>
            <p:cNvSpPr/>
            <p:nvPr/>
          </p:nvSpPr>
          <p:spPr bwMode="auto">
            <a:xfrm>
              <a:off x="14892300" y="3444300"/>
              <a:ext cx="3395700" cy="3398400"/>
            </a:xfrm>
            <a:prstGeom prst="ellipse">
              <a:avLst/>
            </a:prstGeom>
            <a:noFill/>
            <a:ln w="19050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45725" tIns="45725" rIns="45725" bIns="45725" anchor="ctr" anchorCtr="0">
              <a:noAutofit/>
            </a:bodyPr>
            <a:lstStyle/>
            <a:p>
              <a:pPr marL="0" marR="0" lvl="0" indent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00"/>
                <a:buFont typeface="Arial"/>
                <a:buNone/>
                <a:defRPr/>
              </a:pPr>
              <a:endParaRPr sz="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</a:endParaRPr>
            </a:p>
          </p:txBody>
        </p:sp>
        <p:sp>
          <p:nvSpPr>
            <p:cNvPr id="30" name="Google Shape;30;p6"/>
            <p:cNvSpPr/>
            <p:nvPr/>
          </p:nvSpPr>
          <p:spPr bwMode="auto">
            <a:xfrm>
              <a:off x="11475720" y="6858000"/>
              <a:ext cx="3395700" cy="3398400"/>
            </a:xfrm>
            <a:prstGeom prst="ellipse">
              <a:avLst/>
            </a:prstGeom>
            <a:noFill/>
            <a:ln w="19050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45725" tIns="45725" rIns="45725" bIns="45725" anchor="ctr" anchorCtr="0">
              <a:noAutofit/>
            </a:bodyPr>
            <a:lstStyle/>
            <a:p>
              <a:pPr marL="0" marR="0" lvl="0" indent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00"/>
                <a:buFont typeface="Arial"/>
                <a:buNone/>
                <a:defRPr/>
              </a:pPr>
              <a:endParaRPr sz="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</a:endParaRPr>
            </a:p>
          </p:txBody>
        </p:sp>
        <p:sp>
          <p:nvSpPr>
            <p:cNvPr id="31" name="Google Shape;31;p6"/>
            <p:cNvSpPr/>
            <p:nvPr/>
          </p:nvSpPr>
          <p:spPr bwMode="auto">
            <a:xfrm>
              <a:off x="14892300" y="6858000"/>
              <a:ext cx="3395700" cy="3398400"/>
            </a:xfrm>
            <a:prstGeom prst="ellipse">
              <a:avLst/>
            </a:prstGeom>
            <a:solidFill>
              <a:schemeClr val="accent6"/>
            </a:solidFill>
            <a:ln w="28575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45725" tIns="45725" rIns="45725" bIns="45725" anchor="ctr" anchorCtr="0">
              <a:noAutofit/>
            </a:bodyPr>
            <a:lstStyle/>
            <a:p>
              <a:pPr marL="0" marR="0" lvl="0" indent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00"/>
                <a:buFont typeface="Arial"/>
                <a:buNone/>
                <a:defRPr/>
              </a:pPr>
              <a:endParaRPr sz="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</a:endParaRPr>
            </a:p>
          </p:txBody>
        </p:sp>
      </p:grp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5. Определение wihte" preserve="0" showMasterPhAnim="0" userDrawn="1">
  <p:cSld name="5. Определение wihte">
    <p:bg>
      <p:bgPr shadeToTitle="0">
        <a:solidFill>
          <a:schemeClr val="lt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3" name="Google Shape;33;p7"/>
          <p:cNvSpPr/>
          <p:nvPr/>
        </p:nvSpPr>
        <p:spPr bwMode="auto">
          <a:xfrm>
            <a:off x="7143750" y="0"/>
            <a:ext cx="5143500" cy="5143500"/>
          </a:xfrm>
          <a:prstGeom prst="ellipse">
            <a:avLst/>
          </a:prstGeom>
          <a:noFill/>
          <a:ln w="19050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45725" tIns="45725" rIns="45725" bIns="45725" anchor="ctr" anchorCtr="0">
            <a:noAutofit/>
          </a:bodyPr>
          <a:lstStyle/>
          <a:p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/>
            </a:pPr>
            <a:endParaRPr sz="7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4" name="Google Shape;34;p7"/>
          <p:cNvSpPr/>
          <p:nvPr/>
        </p:nvSpPr>
        <p:spPr bwMode="auto">
          <a:xfrm>
            <a:off x="-3143250" y="0"/>
            <a:ext cx="5143500" cy="5143500"/>
          </a:xfrm>
          <a:prstGeom prst="ellipse">
            <a:avLst/>
          </a:prstGeom>
          <a:noFill/>
          <a:ln w="19050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45725" tIns="45725" rIns="45725" bIns="45725" anchor="ctr" anchorCtr="0">
            <a:noAutofit/>
          </a:bodyPr>
          <a:lstStyle/>
          <a:p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/>
            </a:pPr>
            <a:endParaRPr sz="7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5" name="Google Shape;35;p7"/>
          <p:cNvSpPr/>
          <p:nvPr/>
        </p:nvSpPr>
        <p:spPr bwMode="auto">
          <a:xfrm>
            <a:off x="2000250" y="0"/>
            <a:ext cx="5143500" cy="5143500"/>
          </a:xfrm>
          <a:prstGeom prst="ellipse">
            <a:avLst/>
          </a:prstGeom>
          <a:solidFill>
            <a:srgbClr val="F3F4F7"/>
          </a:solidFill>
          <a:ln w="25400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45725" tIns="45725" rIns="45725" bIns="45725" anchor="ctr" anchorCtr="0">
            <a:noAutofit/>
          </a:bodyPr>
          <a:lstStyle/>
          <a:p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/>
            </a:pPr>
            <a:endParaRPr sz="7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6.Титульник dark" preserve="0" showMasterPhAnim="0" userDrawn="1">
  <p:cSld name="6.Титульник dark">
    <p:bg>
      <p:bgPr shadeToTitle="0">
        <a:solidFill>
          <a:schemeClr val="lt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7" name="Google Shape;37;p8"/>
          <p:cNvSpPr/>
          <p:nvPr/>
        </p:nvSpPr>
        <p:spPr bwMode="auto">
          <a:xfrm>
            <a:off x="6531775" y="0"/>
            <a:ext cx="5214899" cy="5143500"/>
          </a:xfrm>
          <a:prstGeom prst="ellipse">
            <a:avLst/>
          </a:prstGeom>
          <a:solidFill>
            <a:srgbClr val="2F3035"/>
          </a:solidFill>
          <a:ln w="9525" cap="flat" cmpd="sng">
            <a:solidFill>
              <a:srgbClr val="2F303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45725" tIns="45725" rIns="45725" bIns="45725" anchor="ctr" anchorCtr="0">
            <a:noAutofit/>
          </a:bodyPr>
          <a:lstStyle/>
          <a:p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/>
            </a:pPr>
            <a:endParaRPr sz="7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8" name="Google Shape;38;p8"/>
          <p:cNvSpPr/>
          <p:nvPr/>
        </p:nvSpPr>
        <p:spPr bwMode="auto">
          <a:xfrm>
            <a:off x="1331509" y="18000"/>
            <a:ext cx="5200200" cy="5129399"/>
          </a:xfrm>
          <a:prstGeom prst="ellipse">
            <a:avLst/>
          </a:prstGeom>
          <a:noFill/>
          <a:ln w="19050" cap="flat" cmpd="sng">
            <a:solidFill>
              <a:srgbClr val="2F303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45725" tIns="45725" rIns="45725" bIns="45725" anchor="ctr" anchorCtr="0">
            <a:noAutofit/>
          </a:bodyPr>
          <a:lstStyle/>
          <a:p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/>
            </a:pPr>
            <a:endParaRPr sz="7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grpSp>
        <p:nvGrpSpPr>
          <p:cNvPr id="39" name="Google Shape;39;p8"/>
          <p:cNvGrpSpPr/>
          <p:nvPr/>
        </p:nvGrpSpPr>
        <p:grpSpPr bwMode="auto">
          <a:xfrm>
            <a:off x="8569715" y="4505199"/>
            <a:ext cx="258577" cy="265368"/>
            <a:chOff x="238125" y="2432825"/>
            <a:chExt cx="779549" cy="781875"/>
          </a:xfrm>
        </p:grpSpPr>
        <p:sp>
          <p:nvSpPr>
            <p:cNvPr id="40" name="Google Shape;40;p8"/>
            <p:cNvSpPr/>
            <p:nvPr/>
          </p:nvSpPr>
          <p:spPr bwMode="auto">
            <a:xfrm>
              <a:off x="238125" y="2842375"/>
              <a:ext cx="372325" cy="372325"/>
            </a:xfrm>
            <a:custGeom>
              <a:avLst/>
              <a:gdLst/>
              <a:ahLst/>
              <a:cxnLst/>
              <a:rect l="l" t="t" r="r" b="b"/>
              <a:pathLst>
                <a:path w="14893" h="14893" fill="norm" stroke="1" extrusionOk="0">
                  <a:moveTo>
                    <a:pt x="8005" y="0"/>
                  </a:moveTo>
                  <a:cubicBezTo>
                    <a:pt x="7819" y="0"/>
                    <a:pt x="7632" y="0"/>
                    <a:pt x="7446" y="0"/>
                  </a:cubicBezTo>
                  <a:cubicBezTo>
                    <a:pt x="3351" y="0"/>
                    <a:pt x="0" y="3258"/>
                    <a:pt x="0" y="7446"/>
                  </a:cubicBezTo>
                  <a:cubicBezTo>
                    <a:pt x="0" y="11542"/>
                    <a:pt x="3351" y="14892"/>
                    <a:pt x="7446" y="14892"/>
                  </a:cubicBezTo>
                  <a:cubicBezTo>
                    <a:pt x="11542" y="14892"/>
                    <a:pt x="14893" y="11542"/>
                    <a:pt x="14893" y="7446"/>
                  </a:cubicBezTo>
                  <a:cubicBezTo>
                    <a:pt x="14893" y="7074"/>
                    <a:pt x="14799" y="6795"/>
                    <a:pt x="14799" y="6515"/>
                  </a:cubicBezTo>
                  <a:cubicBezTo>
                    <a:pt x="11262" y="6236"/>
                    <a:pt x="8470" y="3444"/>
                    <a:pt x="8005" y="0"/>
                  </a:cubicBezTo>
                  <a:close/>
                </a:path>
              </a:pathLst>
            </a:custGeom>
            <a:solidFill>
              <a:srgbClr val="F3F4F7"/>
            </a:solidFill>
            <a:ln>
              <a:noFill/>
            </a:ln>
          </p:spPr>
          <p:txBody>
            <a:bodyPr spcFirstLastPara="1" wrap="square" lIns="45725" tIns="45725" rIns="45725" bIns="45725" anchor="ctr" anchorCtr="0">
              <a:noAutofit/>
            </a:bodyPr>
            <a:lstStyle/>
            <a:p>
              <a:pPr marL="0" marR="0" lvl="0" indent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00"/>
                <a:buFont typeface="Arial"/>
                <a:buNone/>
                <a:defRPr/>
              </a:pPr>
              <a:endParaRPr sz="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</a:endParaRPr>
            </a:p>
          </p:txBody>
        </p:sp>
        <p:sp>
          <p:nvSpPr>
            <p:cNvPr id="41" name="Google Shape;41;p8"/>
            <p:cNvSpPr/>
            <p:nvPr/>
          </p:nvSpPr>
          <p:spPr bwMode="auto">
            <a:xfrm>
              <a:off x="238125" y="2432825"/>
              <a:ext cx="372325" cy="372325"/>
            </a:xfrm>
            <a:custGeom>
              <a:avLst/>
              <a:gdLst/>
              <a:ahLst/>
              <a:cxnLst/>
              <a:rect l="l" t="t" r="r" b="b"/>
              <a:pathLst>
                <a:path w="14893" h="14893" fill="norm" stroke="1" extrusionOk="0">
                  <a:moveTo>
                    <a:pt x="14893" y="7447"/>
                  </a:moveTo>
                  <a:cubicBezTo>
                    <a:pt x="14893" y="3351"/>
                    <a:pt x="11542" y="0"/>
                    <a:pt x="7446" y="0"/>
                  </a:cubicBezTo>
                  <a:cubicBezTo>
                    <a:pt x="3351" y="0"/>
                    <a:pt x="0" y="3351"/>
                    <a:pt x="0" y="7447"/>
                  </a:cubicBezTo>
                  <a:cubicBezTo>
                    <a:pt x="0" y="11542"/>
                    <a:pt x="3351" y="14893"/>
                    <a:pt x="7446" y="14893"/>
                  </a:cubicBezTo>
                  <a:cubicBezTo>
                    <a:pt x="7632" y="14893"/>
                    <a:pt x="7819" y="14893"/>
                    <a:pt x="8005" y="14893"/>
                  </a:cubicBezTo>
                  <a:cubicBezTo>
                    <a:pt x="8284" y="11170"/>
                    <a:pt x="11169" y="8284"/>
                    <a:pt x="14799" y="8005"/>
                  </a:cubicBezTo>
                  <a:cubicBezTo>
                    <a:pt x="14799" y="7819"/>
                    <a:pt x="14893" y="7633"/>
                    <a:pt x="14893" y="7447"/>
                  </a:cubicBezTo>
                  <a:close/>
                </a:path>
              </a:pathLst>
            </a:custGeom>
            <a:solidFill>
              <a:srgbClr val="F3F4F7"/>
            </a:solidFill>
            <a:ln>
              <a:noFill/>
            </a:ln>
          </p:spPr>
          <p:txBody>
            <a:bodyPr spcFirstLastPara="1" wrap="square" lIns="45725" tIns="45725" rIns="45725" bIns="45725" anchor="ctr" anchorCtr="0">
              <a:noAutofit/>
            </a:bodyPr>
            <a:lstStyle/>
            <a:p>
              <a:pPr marL="0" marR="0" lvl="0" indent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00"/>
                <a:buFont typeface="Arial"/>
                <a:buNone/>
                <a:defRPr/>
              </a:pPr>
              <a:endParaRPr sz="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</a:endParaRPr>
            </a:p>
          </p:txBody>
        </p:sp>
        <p:sp>
          <p:nvSpPr>
            <p:cNvPr id="42" name="Google Shape;42;p8"/>
            <p:cNvSpPr/>
            <p:nvPr/>
          </p:nvSpPr>
          <p:spPr bwMode="auto">
            <a:xfrm>
              <a:off x="645325" y="2432825"/>
              <a:ext cx="372350" cy="372325"/>
            </a:xfrm>
            <a:custGeom>
              <a:avLst/>
              <a:gdLst/>
              <a:ahLst/>
              <a:cxnLst/>
              <a:rect l="l" t="t" r="r" b="b"/>
              <a:pathLst>
                <a:path w="14894" h="14893" fill="norm" stroke="1" extrusionOk="0">
                  <a:moveTo>
                    <a:pt x="6516" y="14800"/>
                  </a:moveTo>
                  <a:cubicBezTo>
                    <a:pt x="6795" y="14893"/>
                    <a:pt x="7075" y="14893"/>
                    <a:pt x="7447" y="14893"/>
                  </a:cubicBezTo>
                  <a:cubicBezTo>
                    <a:pt x="11542" y="14893"/>
                    <a:pt x="14893" y="11542"/>
                    <a:pt x="14893" y="7447"/>
                  </a:cubicBezTo>
                  <a:cubicBezTo>
                    <a:pt x="14893" y="3351"/>
                    <a:pt x="11542" y="0"/>
                    <a:pt x="7447" y="0"/>
                  </a:cubicBezTo>
                  <a:cubicBezTo>
                    <a:pt x="3351" y="0"/>
                    <a:pt x="1" y="3351"/>
                    <a:pt x="1" y="7447"/>
                  </a:cubicBezTo>
                  <a:cubicBezTo>
                    <a:pt x="1" y="7633"/>
                    <a:pt x="1" y="7819"/>
                    <a:pt x="1" y="8005"/>
                  </a:cubicBezTo>
                  <a:cubicBezTo>
                    <a:pt x="3538" y="8470"/>
                    <a:pt x="6237" y="11263"/>
                    <a:pt x="6516" y="14800"/>
                  </a:cubicBezTo>
                  <a:close/>
                </a:path>
              </a:pathLst>
            </a:custGeom>
            <a:solidFill>
              <a:srgbClr val="F3F4F7"/>
            </a:solidFill>
            <a:ln>
              <a:noFill/>
            </a:ln>
          </p:spPr>
          <p:txBody>
            <a:bodyPr spcFirstLastPara="1" wrap="square" lIns="45725" tIns="45725" rIns="45725" bIns="45725" anchor="ctr" anchorCtr="0">
              <a:noAutofit/>
            </a:bodyPr>
            <a:lstStyle/>
            <a:p>
              <a:pPr marL="0" marR="0" lvl="0" indent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00"/>
                <a:buFont typeface="Arial"/>
                <a:buNone/>
                <a:defRPr/>
              </a:pPr>
              <a:endParaRPr sz="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</a:endParaRPr>
            </a:p>
          </p:txBody>
        </p:sp>
        <p:sp>
          <p:nvSpPr>
            <p:cNvPr id="43" name="Google Shape;43;p8"/>
            <p:cNvSpPr/>
            <p:nvPr/>
          </p:nvSpPr>
          <p:spPr bwMode="auto">
            <a:xfrm>
              <a:off x="645325" y="2842375"/>
              <a:ext cx="372350" cy="372325"/>
            </a:xfrm>
            <a:custGeom>
              <a:avLst/>
              <a:gdLst/>
              <a:ahLst/>
              <a:cxnLst/>
              <a:rect l="l" t="t" r="r" b="b"/>
              <a:pathLst>
                <a:path w="14894" h="14893" fill="norm" stroke="1" extrusionOk="0">
                  <a:moveTo>
                    <a:pt x="94" y="6422"/>
                  </a:moveTo>
                  <a:cubicBezTo>
                    <a:pt x="1" y="6795"/>
                    <a:pt x="1" y="7074"/>
                    <a:pt x="1" y="7446"/>
                  </a:cubicBezTo>
                  <a:cubicBezTo>
                    <a:pt x="1" y="11542"/>
                    <a:pt x="3351" y="14892"/>
                    <a:pt x="7447" y="14892"/>
                  </a:cubicBezTo>
                  <a:cubicBezTo>
                    <a:pt x="11542" y="14892"/>
                    <a:pt x="14893" y="11542"/>
                    <a:pt x="14893" y="7446"/>
                  </a:cubicBezTo>
                  <a:cubicBezTo>
                    <a:pt x="14893" y="3258"/>
                    <a:pt x="11542" y="0"/>
                    <a:pt x="7447" y="0"/>
                  </a:cubicBezTo>
                  <a:cubicBezTo>
                    <a:pt x="7075" y="0"/>
                    <a:pt x="6795" y="0"/>
                    <a:pt x="6423" y="0"/>
                  </a:cubicBezTo>
                  <a:cubicBezTo>
                    <a:pt x="6051" y="3351"/>
                    <a:pt x="3351" y="6050"/>
                    <a:pt x="94" y="6422"/>
                  </a:cubicBezTo>
                  <a:close/>
                </a:path>
              </a:pathLst>
            </a:custGeom>
            <a:solidFill>
              <a:srgbClr val="F3F4F7"/>
            </a:solidFill>
            <a:ln>
              <a:noFill/>
            </a:ln>
          </p:spPr>
          <p:txBody>
            <a:bodyPr spcFirstLastPara="1" wrap="square" lIns="45725" tIns="45725" rIns="45725" bIns="45725" anchor="ctr" anchorCtr="0">
              <a:noAutofit/>
            </a:bodyPr>
            <a:lstStyle/>
            <a:p>
              <a:pPr marL="0" marR="0" lvl="0" indent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00"/>
                <a:buFont typeface="Arial"/>
                <a:buNone/>
                <a:defRPr/>
              </a:pPr>
              <a:endParaRPr sz="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</a:endParaRPr>
            </a:p>
          </p:txBody>
        </p:sp>
      </p:grp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7. Отбивка dark" preserve="0" showMasterPhAnim="0" userDrawn="1">
  <p:cSld name="7. Отбивка dark">
    <p:bg>
      <p:bgPr shadeToTitle="0">
        <a:solidFill>
          <a:schemeClr val="lt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45" name="Google Shape;45;p9"/>
          <p:cNvGrpSpPr/>
          <p:nvPr/>
        </p:nvGrpSpPr>
        <p:grpSpPr bwMode="auto">
          <a:xfrm>
            <a:off x="5737860" y="0"/>
            <a:ext cx="3406140" cy="5128200"/>
            <a:chOff x="11475720" y="0"/>
            <a:chExt cx="6812280" cy="10256400"/>
          </a:xfrm>
        </p:grpSpPr>
        <p:sp>
          <p:nvSpPr>
            <p:cNvPr id="46" name="Google Shape;46;p9"/>
            <p:cNvSpPr/>
            <p:nvPr/>
          </p:nvSpPr>
          <p:spPr bwMode="auto">
            <a:xfrm>
              <a:off x="11475720" y="0"/>
              <a:ext cx="3395700" cy="3398400"/>
            </a:xfrm>
            <a:prstGeom prst="ellipse">
              <a:avLst/>
            </a:prstGeom>
            <a:noFill/>
            <a:ln w="19050" cap="flat" cmpd="sng">
              <a:solidFill>
                <a:srgbClr val="2F303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45725" tIns="45725" rIns="45725" bIns="45725" anchor="ctr" anchorCtr="0">
              <a:noAutofit/>
            </a:bodyPr>
            <a:lstStyle/>
            <a:p>
              <a:pPr marL="0" marR="0" lvl="0" indent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00"/>
                <a:buFont typeface="Arial"/>
                <a:buNone/>
                <a:defRPr/>
              </a:pPr>
              <a:endParaRPr sz="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</a:endParaRPr>
            </a:p>
          </p:txBody>
        </p:sp>
        <p:sp>
          <p:nvSpPr>
            <p:cNvPr id="47" name="Google Shape;47;p9"/>
            <p:cNvSpPr/>
            <p:nvPr/>
          </p:nvSpPr>
          <p:spPr bwMode="auto">
            <a:xfrm>
              <a:off x="14892300" y="0"/>
              <a:ext cx="3395700" cy="3398400"/>
            </a:xfrm>
            <a:prstGeom prst="ellipse">
              <a:avLst/>
            </a:prstGeom>
            <a:solidFill>
              <a:srgbClr val="2F3035"/>
            </a:solidFill>
            <a:ln w="28575" cap="flat" cmpd="sng">
              <a:solidFill>
                <a:srgbClr val="2F303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45725" tIns="45725" rIns="45725" bIns="45725" anchor="ctr" anchorCtr="0">
              <a:noAutofit/>
            </a:bodyPr>
            <a:lstStyle/>
            <a:p>
              <a:pPr marL="0" marR="0" lvl="0" indent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00"/>
                <a:buFont typeface="Arial"/>
                <a:buNone/>
                <a:defRPr/>
              </a:pPr>
              <a:endParaRPr sz="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</a:endParaRPr>
            </a:p>
          </p:txBody>
        </p:sp>
        <p:sp>
          <p:nvSpPr>
            <p:cNvPr id="48" name="Google Shape;48;p9"/>
            <p:cNvSpPr/>
            <p:nvPr/>
          </p:nvSpPr>
          <p:spPr bwMode="auto">
            <a:xfrm>
              <a:off x="11475720" y="3444300"/>
              <a:ext cx="3395700" cy="3398400"/>
            </a:xfrm>
            <a:prstGeom prst="ellipse">
              <a:avLst/>
            </a:prstGeom>
            <a:solidFill>
              <a:srgbClr val="2F3035"/>
            </a:solidFill>
            <a:ln w="28575" cap="flat" cmpd="sng">
              <a:solidFill>
                <a:srgbClr val="2F303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45725" tIns="45725" rIns="45725" bIns="45725" anchor="ctr" anchorCtr="0">
              <a:noAutofit/>
            </a:bodyPr>
            <a:lstStyle/>
            <a:p>
              <a:pPr marL="0" marR="0" lvl="0" indent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00"/>
                <a:buFont typeface="Arial"/>
                <a:buNone/>
                <a:defRPr/>
              </a:pPr>
              <a:endParaRPr sz="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</a:endParaRPr>
            </a:p>
          </p:txBody>
        </p:sp>
        <p:sp>
          <p:nvSpPr>
            <p:cNvPr id="49" name="Google Shape;49;p9"/>
            <p:cNvSpPr/>
            <p:nvPr/>
          </p:nvSpPr>
          <p:spPr bwMode="auto">
            <a:xfrm>
              <a:off x="14892300" y="3444300"/>
              <a:ext cx="3395700" cy="3398400"/>
            </a:xfrm>
            <a:prstGeom prst="ellipse">
              <a:avLst/>
            </a:prstGeom>
            <a:noFill/>
            <a:ln w="19050" cap="flat" cmpd="sng">
              <a:solidFill>
                <a:srgbClr val="2F303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45725" tIns="45725" rIns="45725" bIns="45725" anchor="ctr" anchorCtr="0">
              <a:noAutofit/>
            </a:bodyPr>
            <a:lstStyle/>
            <a:p>
              <a:pPr marL="0" marR="0" lvl="0" indent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00"/>
                <a:buFont typeface="Arial"/>
                <a:buNone/>
                <a:defRPr/>
              </a:pPr>
              <a:endParaRPr sz="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</a:endParaRPr>
            </a:p>
          </p:txBody>
        </p:sp>
        <p:sp>
          <p:nvSpPr>
            <p:cNvPr id="50" name="Google Shape;50;p9"/>
            <p:cNvSpPr/>
            <p:nvPr/>
          </p:nvSpPr>
          <p:spPr bwMode="auto">
            <a:xfrm>
              <a:off x="11475720" y="6858000"/>
              <a:ext cx="3395700" cy="3398400"/>
            </a:xfrm>
            <a:prstGeom prst="ellipse">
              <a:avLst/>
            </a:prstGeom>
            <a:noFill/>
            <a:ln w="19050" cap="flat" cmpd="sng">
              <a:solidFill>
                <a:srgbClr val="2F303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45725" tIns="45725" rIns="45725" bIns="45725" anchor="ctr" anchorCtr="0">
              <a:noAutofit/>
            </a:bodyPr>
            <a:lstStyle/>
            <a:p>
              <a:pPr marL="0" marR="0" lvl="0" indent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00"/>
                <a:buFont typeface="Arial"/>
                <a:buNone/>
                <a:defRPr/>
              </a:pPr>
              <a:endParaRPr sz="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</a:endParaRPr>
            </a:p>
          </p:txBody>
        </p:sp>
        <p:sp>
          <p:nvSpPr>
            <p:cNvPr id="51" name="Google Shape;51;p9"/>
            <p:cNvSpPr/>
            <p:nvPr/>
          </p:nvSpPr>
          <p:spPr bwMode="auto">
            <a:xfrm>
              <a:off x="14892300" y="6858000"/>
              <a:ext cx="3395700" cy="3398400"/>
            </a:xfrm>
            <a:prstGeom prst="ellipse">
              <a:avLst/>
            </a:prstGeom>
            <a:solidFill>
              <a:srgbClr val="2F3035"/>
            </a:solidFill>
            <a:ln w="28575" cap="flat" cmpd="sng">
              <a:solidFill>
                <a:srgbClr val="2F303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45725" tIns="45725" rIns="45725" bIns="45725" anchor="ctr" anchorCtr="0">
              <a:noAutofit/>
            </a:bodyPr>
            <a:lstStyle/>
            <a:p>
              <a:pPr marL="0" marR="0" lvl="0" indent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00"/>
                <a:buFont typeface="Arial"/>
                <a:buNone/>
                <a:defRPr/>
              </a:pPr>
              <a:endParaRPr sz="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</a:endParaRPr>
            </a:p>
          </p:txBody>
        </p:sp>
      </p:grp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8. Определение dark" preserve="0" showMasterPhAnim="0" userDrawn="1">
  <p:cSld name="8. Определение dark">
    <p:bg>
      <p:bgPr shadeToTitle="0">
        <a:solidFill>
          <a:schemeClr val="lt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3" name="Google Shape;53;p10"/>
          <p:cNvSpPr/>
          <p:nvPr/>
        </p:nvSpPr>
        <p:spPr bwMode="auto">
          <a:xfrm>
            <a:off x="7143750" y="0"/>
            <a:ext cx="5143500" cy="5143500"/>
          </a:xfrm>
          <a:prstGeom prst="ellipse">
            <a:avLst/>
          </a:prstGeom>
          <a:noFill/>
          <a:ln w="19050" cap="flat" cmpd="sng">
            <a:solidFill>
              <a:srgbClr val="2F303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45725" tIns="45725" rIns="45725" bIns="45725" anchor="ctr" anchorCtr="0">
            <a:noAutofit/>
          </a:bodyPr>
          <a:lstStyle/>
          <a:p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/>
            </a:pPr>
            <a:endParaRPr sz="7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4" name="Google Shape;54;p10"/>
          <p:cNvSpPr/>
          <p:nvPr/>
        </p:nvSpPr>
        <p:spPr bwMode="auto">
          <a:xfrm>
            <a:off x="-3143250" y="0"/>
            <a:ext cx="5143500" cy="5143500"/>
          </a:xfrm>
          <a:prstGeom prst="ellipse">
            <a:avLst/>
          </a:prstGeom>
          <a:noFill/>
          <a:ln w="19050" cap="flat" cmpd="sng">
            <a:solidFill>
              <a:srgbClr val="2F303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45725" tIns="45725" rIns="45725" bIns="45725" anchor="ctr" anchorCtr="0">
            <a:noAutofit/>
          </a:bodyPr>
          <a:lstStyle/>
          <a:p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/>
            </a:pPr>
            <a:endParaRPr sz="7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5" name="Google Shape;55;p10"/>
          <p:cNvSpPr/>
          <p:nvPr/>
        </p:nvSpPr>
        <p:spPr bwMode="auto">
          <a:xfrm>
            <a:off x="2000250" y="0"/>
            <a:ext cx="5143500" cy="5143500"/>
          </a:xfrm>
          <a:prstGeom prst="ellipse">
            <a:avLst/>
          </a:prstGeom>
          <a:solidFill>
            <a:srgbClr val="2F3035"/>
          </a:solidFill>
          <a:ln w="25400" cap="flat" cmpd="sng">
            <a:solidFill>
              <a:srgbClr val="2F303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45725" tIns="45725" rIns="45725" bIns="45725" anchor="ctr" anchorCtr="0">
            <a:noAutofit/>
          </a:bodyPr>
          <a:lstStyle/>
          <a:p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/>
            </a:pPr>
            <a:endParaRPr sz="7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9. Определение dark" preserve="0" showMasterPhAnim="0" userDrawn="1">
  <p:cSld name="9. Определение dark">
    <p:bg>
      <p:bgPr shadeToTitle="0">
        <a:solidFill>
          <a:schemeClr val="lt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7" name="Google Shape;57;p11"/>
          <p:cNvSpPr/>
          <p:nvPr/>
        </p:nvSpPr>
        <p:spPr bwMode="auto">
          <a:xfrm>
            <a:off x="7143750" y="0"/>
            <a:ext cx="5143500" cy="5143500"/>
          </a:xfrm>
          <a:prstGeom prst="ellipse">
            <a:avLst/>
          </a:prstGeom>
          <a:noFill/>
          <a:ln w="19050" cap="flat" cmpd="sng">
            <a:solidFill>
              <a:srgbClr val="2F303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45725" tIns="45725" rIns="45725" bIns="45725" anchor="ctr" anchorCtr="0">
            <a:noAutofit/>
          </a:bodyPr>
          <a:lstStyle/>
          <a:p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/>
            </a:pPr>
            <a:endParaRPr sz="7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8" name="Google Shape;58;p11"/>
          <p:cNvSpPr/>
          <p:nvPr/>
        </p:nvSpPr>
        <p:spPr bwMode="auto">
          <a:xfrm>
            <a:off x="-3143250" y="0"/>
            <a:ext cx="5143500" cy="5143500"/>
          </a:xfrm>
          <a:prstGeom prst="ellipse">
            <a:avLst/>
          </a:prstGeom>
          <a:noFill/>
          <a:ln w="19050" cap="flat" cmpd="sng">
            <a:solidFill>
              <a:srgbClr val="2F303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45725" tIns="45725" rIns="45725" bIns="45725" anchor="ctr" anchorCtr="0">
            <a:noAutofit/>
          </a:bodyPr>
          <a:lstStyle/>
          <a:p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/>
            </a:pPr>
            <a:endParaRPr sz="7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9" name="Google Shape;59;p11"/>
          <p:cNvSpPr/>
          <p:nvPr/>
        </p:nvSpPr>
        <p:spPr bwMode="auto">
          <a:xfrm>
            <a:off x="2000250" y="0"/>
            <a:ext cx="5143500" cy="5143500"/>
          </a:xfrm>
          <a:prstGeom prst="ellipse">
            <a:avLst/>
          </a:prstGeom>
          <a:noFill/>
          <a:ln w="25400" cap="flat" cmpd="sng">
            <a:solidFill>
              <a:srgbClr val="4C4C4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45725" tIns="45725" rIns="45725" bIns="45725" anchor="ctr" anchorCtr="0">
            <a:noAutofit/>
          </a:bodyPr>
          <a:lstStyle/>
          <a:p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/>
            </a:pPr>
            <a:endParaRPr sz="7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10. Фон dark" preserve="0" showMasterPhAnim="0" userDrawn="1">
  <p:cSld name="10. Фон dark">
    <p:bg>
      <p:bgPr shadeToTitle="0">
        <a:solidFill>
          <a:schemeClr val="lt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1" name="Google Shape;61;p12"/>
          <p:cNvSpPr/>
          <p:nvPr/>
        </p:nvSpPr>
        <p:spPr bwMode="auto">
          <a:xfrm>
            <a:off x="8382000" y="2523325"/>
            <a:ext cx="2286000" cy="2286000"/>
          </a:xfrm>
          <a:prstGeom prst="ellipse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45725" tIns="45725" rIns="45725" bIns="45725" anchor="ctr" anchorCtr="0">
            <a:noAutofit/>
          </a:bodyPr>
          <a:lstStyle/>
          <a:p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/>
            </a:pPr>
            <a:endParaRPr sz="7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2" name="Google Shape;62;p12"/>
          <p:cNvSpPr/>
          <p:nvPr/>
        </p:nvSpPr>
        <p:spPr bwMode="auto">
          <a:xfrm>
            <a:off x="6096000" y="2514600"/>
            <a:ext cx="2286000" cy="2286000"/>
          </a:xfrm>
          <a:prstGeom prst="ellipse">
            <a:avLst/>
          </a:prstGeom>
          <a:solidFill>
            <a:schemeClr val="lt1"/>
          </a:solidFill>
          <a:ln w="3810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45725" tIns="45725" rIns="45725" bIns="45725" anchor="ctr" anchorCtr="0">
            <a:noAutofit/>
          </a:bodyPr>
          <a:lstStyle/>
          <a:p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None/>
              <a:defRPr/>
            </a:pPr>
            <a:endParaRPr sz="4800" b="0" i="0" u="none" strike="noStrike" cap="none">
              <a:solidFill>
                <a:schemeClr val="dk2"/>
              </a:solidFill>
              <a:latin typeface="Proxima Nova"/>
              <a:ea typeface="Proxima Nova"/>
              <a:cs typeface="Proxima Nova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17. Титульник pro" preserve="0" showMasterPhAnim="0" userDrawn="1">
  <p:cSld name="17. Титульник pro">
    <p:bg>
      <p:bgPr shadeToTitle="0">
        <a:solidFill>
          <a:srgbClr val="0066FF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4" name="Google Shape;64;p13"/>
          <p:cNvSpPr/>
          <p:nvPr/>
        </p:nvSpPr>
        <p:spPr bwMode="auto">
          <a:xfrm>
            <a:off x="6531775" y="0"/>
            <a:ext cx="5214899" cy="5143500"/>
          </a:xfrm>
          <a:prstGeom prst="ellipse">
            <a:avLst/>
          </a:prstGeom>
          <a:solidFill>
            <a:srgbClr val="217AFF"/>
          </a:solidFill>
          <a:ln w="9525" cap="flat" cmpd="sng">
            <a:solidFill>
              <a:srgbClr val="217A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45725" tIns="45725" rIns="45725" bIns="45725" anchor="ctr" anchorCtr="0">
            <a:noAutofit/>
          </a:bodyPr>
          <a:lstStyle/>
          <a:p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/>
            </a:pPr>
            <a:endParaRPr sz="7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5" name="Google Shape;65;p13"/>
          <p:cNvSpPr/>
          <p:nvPr/>
        </p:nvSpPr>
        <p:spPr bwMode="auto">
          <a:xfrm>
            <a:off x="1331509" y="18000"/>
            <a:ext cx="5200200" cy="5129399"/>
          </a:xfrm>
          <a:prstGeom prst="ellipse">
            <a:avLst/>
          </a:prstGeom>
          <a:noFill/>
          <a:ln w="19050" cap="flat" cmpd="sng">
            <a:solidFill>
              <a:srgbClr val="217A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45725" tIns="45725" rIns="45725" bIns="45725" anchor="ctr" anchorCtr="0">
            <a:noAutofit/>
          </a:bodyPr>
          <a:lstStyle/>
          <a:p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/>
            </a:pPr>
            <a:endParaRPr sz="7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grpSp>
        <p:nvGrpSpPr>
          <p:cNvPr id="66" name="Google Shape;66;p13"/>
          <p:cNvGrpSpPr/>
          <p:nvPr/>
        </p:nvGrpSpPr>
        <p:grpSpPr bwMode="auto">
          <a:xfrm>
            <a:off x="8569715" y="4505199"/>
            <a:ext cx="258577" cy="265368"/>
            <a:chOff x="238125" y="2432825"/>
            <a:chExt cx="779549" cy="781875"/>
          </a:xfrm>
        </p:grpSpPr>
        <p:sp>
          <p:nvSpPr>
            <p:cNvPr id="67" name="Google Shape;67;p13"/>
            <p:cNvSpPr/>
            <p:nvPr/>
          </p:nvSpPr>
          <p:spPr bwMode="auto">
            <a:xfrm>
              <a:off x="238125" y="2842375"/>
              <a:ext cx="372325" cy="372325"/>
            </a:xfrm>
            <a:custGeom>
              <a:avLst/>
              <a:gdLst/>
              <a:ahLst/>
              <a:cxnLst/>
              <a:rect l="l" t="t" r="r" b="b"/>
              <a:pathLst>
                <a:path w="14893" h="14893" fill="norm" stroke="1" extrusionOk="0">
                  <a:moveTo>
                    <a:pt x="8005" y="0"/>
                  </a:moveTo>
                  <a:cubicBezTo>
                    <a:pt x="7819" y="0"/>
                    <a:pt x="7632" y="0"/>
                    <a:pt x="7446" y="0"/>
                  </a:cubicBezTo>
                  <a:cubicBezTo>
                    <a:pt x="3351" y="0"/>
                    <a:pt x="0" y="3258"/>
                    <a:pt x="0" y="7446"/>
                  </a:cubicBezTo>
                  <a:cubicBezTo>
                    <a:pt x="0" y="11542"/>
                    <a:pt x="3351" y="14892"/>
                    <a:pt x="7446" y="14892"/>
                  </a:cubicBezTo>
                  <a:cubicBezTo>
                    <a:pt x="11542" y="14892"/>
                    <a:pt x="14893" y="11542"/>
                    <a:pt x="14893" y="7446"/>
                  </a:cubicBezTo>
                  <a:cubicBezTo>
                    <a:pt x="14893" y="7074"/>
                    <a:pt x="14799" y="6795"/>
                    <a:pt x="14799" y="6515"/>
                  </a:cubicBezTo>
                  <a:cubicBezTo>
                    <a:pt x="11262" y="6236"/>
                    <a:pt x="8470" y="3444"/>
                    <a:pt x="8005" y="0"/>
                  </a:cubicBezTo>
                  <a:close/>
                </a:path>
              </a:pathLst>
            </a:custGeom>
            <a:solidFill>
              <a:srgbClr val="F3F4F7"/>
            </a:solidFill>
            <a:ln>
              <a:noFill/>
            </a:ln>
          </p:spPr>
          <p:txBody>
            <a:bodyPr spcFirstLastPara="1" wrap="square" lIns="45725" tIns="45725" rIns="45725" bIns="45725" anchor="ctr" anchorCtr="0">
              <a:noAutofit/>
            </a:bodyPr>
            <a:lstStyle/>
            <a:p>
              <a:pPr marL="0" marR="0" lvl="0" indent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00"/>
                <a:buFont typeface="Arial"/>
                <a:buNone/>
                <a:defRPr/>
              </a:pPr>
              <a:endParaRPr sz="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</a:endParaRPr>
            </a:p>
          </p:txBody>
        </p:sp>
        <p:sp>
          <p:nvSpPr>
            <p:cNvPr id="68" name="Google Shape;68;p13"/>
            <p:cNvSpPr/>
            <p:nvPr/>
          </p:nvSpPr>
          <p:spPr bwMode="auto">
            <a:xfrm>
              <a:off x="238125" y="2432825"/>
              <a:ext cx="372325" cy="372325"/>
            </a:xfrm>
            <a:custGeom>
              <a:avLst/>
              <a:gdLst/>
              <a:ahLst/>
              <a:cxnLst/>
              <a:rect l="l" t="t" r="r" b="b"/>
              <a:pathLst>
                <a:path w="14893" h="14893" fill="norm" stroke="1" extrusionOk="0">
                  <a:moveTo>
                    <a:pt x="14893" y="7447"/>
                  </a:moveTo>
                  <a:cubicBezTo>
                    <a:pt x="14893" y="3351"/>
                    <a:pt x="11542" y="0"/>
                    <a:pt x="7446" y="0"/>
                  </a:cubicBezTo>
                  <a:cubicBezTo>
                    <a:pt x="3351" y="0"/>
                    <a:pt x="0" y="3351"/>
                    <a:pt x="0" y="7447"/>
                  </a:cubicBezTo>
                  <a:cubicBezTo>
                    <a:pt x="0" y="11542"/>
                    <a:pt x="3351" y="14893"/>
                    <a:pt x="7446" y="14893"/>
                  </a:cubicBezTo>
                  <a:cubicBezTo>
                    <a:pt x="7632" y="14893"/>
                    <a:pt x="7819" y="14893"/>
                    <a:pt x="8005" y="14893"/>
                  </a:cubicBezTo>
                  <a:cubicBezTo>
                    <a:pt x="8284" y="11170"/>
                    <a:pt x="11169" y="8284"/>
                    <a:pt x="14799" y="8005"/>
                  </a:cubicBezTo>
                  <a:cubicBezTo>
                    <a:pt x="14799" y="7819"/>
                    <a:pt x="14893" y="7633"/>
                    <a:pt x="14893" y="7447"/>
                  </a:cubicBezTo>
                  <a:close/>
                </a:path>
              </a:pathLst>
            </a:custGeom>
            <a:solidFill>
              <a:srgbClr val="F3F4F7"/>
            </a:solidFill>
            <a:ln>
              <a:noFill/>
            </a:ln>
          </p:spPr>
          <p:txBody>
            <a:bodyPr spcFirstLastPara="1" wrap="square" lIns="45725" tIns="45725" rIns="45725" bIns="45725" anchor="ctr" anchorCtr="0">
              <a:noAutofit/>
            </a:bodyPr>
            <a:lstStyle/>
            <a:p>
              <a:pPr marL="0" marR="0" lvl="0" indent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00"/>
                <a:buFont typeface="Arial"/>
                <a:buNone/>
                <a:defRPr/>
              </a:pPr>
              <a:endParaRPr sz="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</a:endParaRPr>
            </a:p>
          </p:txBody>
        </p:sp>
        <p:sp>
          <p:nvSpPr>
            <p:cNvPr id="69" name="Google Shape;69;p13"/>
            <p:cNvSpPr/>
            <p:nvPr/>
          </p:nvSpPr>
          <p:spPr bwMode="auto">
            <a:xfrm>
              <a:off x="645325" y="2432825"/>
              <a:ext cx="372350" cy="372325"/>
            </a:xfrm>
            <a:custGeom>
              <a:avLst/>
              <a:gdLst/>
              <a:ahLst/>
              <a:cxnLst/>
              <a:rect l="l" t="t" r="r" b="b"/>
              <a:pathLst>
                <a:path w="14894" h="14893" fill="norm" stroke="1" extrusionOk="0">
                  <a:moveTo>
                    <a:pt x="6516" y="14800"/>
                  </a:moveTo>
                  <a:cubicBezTo>
                    <a:pt x="6795" y="14893"/>
                    <a:pt x="7075" y="14893"/>
                    <a:pt x="7447" y="14893"/>
                  </a:cubicBezTo>
                  <a:cubicBezTo>
                    <a:pt x="11542" y="14893"/>
                    <a:pt x="14893" y="11542"/>
                    <a:pt x="14893" y="7447"/>
                  </a:cubicBezTo>
                  <a:cubicBezTo>
                    <a:pt x="14893" y="3351"/>
                    <a:pt x="11542" y="0"/>
                    <a:pt x="7447" y="0"/>
                  </a:cubicBezTo>
                  <a:cubicBezTo>
                    <a:pt x="3351" y="0"/>
                    <a:pt x="1" y="3351"/>
                    <a:pt x="1" y="7447"/>
                  </a:cubicBezTo>
                  <a:cubicBezTo>
                    <a:pt x="1" y="7633"/>
                    <a:pt x="1" y="7819"/>
                    <a:pt x="1" y="8005"/>
                  </a:cubicBezTo>
                  <a:cubicBezTo>
                    <a:pt x="3538" y="8470"/>
                    <a:pt x="6237" y="11263"/>
                    <a:pt x="6516" y="14800"/>
                  </a:cubicBezTo>
                  <a:close/>
                </a:path>
              </a:pathLst>
            </a:custGeom>
            <a:solidFill>
              <a:srgbClr val="F3F4F7"/>
            </a:solidFill>
            <a:ln>
              <a:noFill/>
            </a:ln>
          </p:spPr>
          <p:txBody>
            <a:bodyPr spcFirstLastPara="1" wrap="square" lIns="45725" tIns="45725" rIns="45725" bIns="45725" anchor="ctr" anchorCtr="0">
              <a:noAutofit/>
            </a:bodyPr>
            <a:lstStyle/>
            <a:p>
              <a:pPr marL="0" marR="0" lvl="0" indent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00"/>
                <a:buFont typeface="Arial"/>
                <a:buNone/>
                <a:defRPr/>
              </a:pPr>
              <a:endParaRPr sz="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</a:endParaRPr>
            </a:p>
          </p:txBody>
        </p:sp>
        <p:sp>
          <p:nvSpPr>
            <p:cNvPr id="70" name="Google Shape;70;p13"/>
            <p:cNvSpPr/>
            <p:nvPr/>
          </p:nvSpPr>
          <p:spPr bwMode="auto">
            <a:xfrm>
              <a:off x="645325" y="2842375"/>
              <a:ext cx="372350" cy="372325"/>
            </a:xfrm>
            <a:custGeom>
              <a:avLst/>
              <a:gdLst/>
              <a:ahLst/>
              <a:cxnLst/>
              <a:rect l="l" t="t" r="r" b="b"/>
              <a:pathLst>
                <a:path w="14894" h="14893" fill="norm" stroke="1" extrusionOk="0">
                  <a:moveTo>
                    <a:pt x="94" y="6422"/>
                  </a:moveTo>
                  <a:cubicBezTo>
                    <a:pt x="1" y="6795"/>
                    <a:pt x="1" y="7074"/>
                    <a:pt x="1" y="7446"/>
                  </a:cubicBezTo>
                  <a:cubicBezTo>
                    <a:pt x="1" y="11542"/>
                    <a:pt x="3351" y="14892"/>
                    <a:pt x="7447" y="14892"/>
                  </a:cubicBezTo>
                  <a:cubicBezTo>
                    <a:pt x="11542" y="14892"/>
                    <a:pt x="14893" y="11542"/>
                    <a:pt x="14893" y="7446"/>
                  </a:cubicBezTo>
                  <a:cubicBezTo>
                    <a:pt x="14893" y="3258"/>
                    <a:pt x="11542" y="0"/>
                    <a:pt x="7447" y="0"/>
                  </a:cubicBezTo>
                  <a:cubicBezTo>
                    <a:pt x="7075" y="0"/>
                    <a:pt x="6795" y="0"/>
                    <a:pt x="6423" y="0"/>
                  </a:cubicBezTo>
                  <a:cubicBezTo>
                    <a:pt x="6051" y="3351"/>
                    <a:pt x="3351" y="6050"/>
                    <a:pt x="94" y="6422"/>
                  </a:cubicBezTo>
                  <a:close/>
                </a:path>
              </a:pathLst>
            </a:custGeom>
            <a:solidFill>
              <a:srgbClr val="F3F4F7"/>
            </a:solidFill>
            <a:ln>
              <a:noFill/>
            </a:ln>
          </p:spPr>
          <p:txBody>
            <a:bodyPr spcFirstLastPara="1" wrap="square" lIns="45725" tIns="45725" rIns="45725" bIns="45725" anchor="ctr" anchorCtr="0">
              <a:noAutofit/>
            </a:bodyPr>
            <a:lstStyle/>
            <a:p>
              <a:pPr marL="0" marR="0" lvl="0" indent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00"/>
                <a:buFont typeface="Arial"/>
                <a:buNone/>
                <a:defRPr/>
              </a:pPr>
              <a:endParaRPr sz="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</a:endParaRPr>
            </a:p>
          </p:txBody>
        </p:sp>
      </p:grp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18. Отбивка pro" preserve="0" showMasterPhAnim="0" userDrawn="1">
  <p:cSld name="18. Отбивка pro">
    <p:bg>
      <p:bgPr shadeToTitle="0">
        <a:solidFill>
          <a:srgbClr val="0066FF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72" name="Google Shape;72;p14"/>
          <p:cNvGrpSpPr/>
          <p:nvPr/>
        </p:nvGrpSpPr>
        <p:grpSpPr bwMode="auto">
          <a:xfrm>
            <a:off x="5737860" y="0"/>
            <a:ext cx="3406140" cy="5128200"/>
            <a:chOff x="11475720" y="0"/>
            <a:chExt cx="6812280" cy="10256400"/>
          </a:xfrm>
        </p:grpSpPr>
        <p:sp>
          <p:nvSpPr>
            <p:cNvPr id="73" name="Google Shape;73;p14"/>
            <p:cNvSpPr/>
            <p:nvPr/>
          </p:nvSpPr>
          <p:spPr bwMode="auto">
            <a:xfrm>
              <a:off x="11475720" y="0"/>
              <a:ext cx="3395700" cy="3398400"/>
            </a:xfrm>
            <a:prstGeom prst="ellipse">
              <a:avLst/>
            </a:prstGeom>
            <a:noFill/>
            <a:ln w="19050" cap="flat" cmpd="sng">
              <a:solidFill>
                <a:srgbClr val="217A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45725" tIns="45725" rIns="45725" bIns="45725" anchor="ctr" anchorCtr="0">
              <a:noAutofit/>
            </a:bodyPr>
            <a:lstStyle/>
            <a:p>
              <a:pPr marL="0" marR="0" lvl="0" indent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00"/>
                <a:buFont typeface="Arial"/>
                <a:buNone/>
                <a:defRPr/>
              </a:pPr>
              <a:endParaRPr sz="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</a:endParaRPr>
            </a:p>
          </p:txBody>
        </p:sp>
        <p:sp>
          <p:nvSpPr>
            <p:cNvPr id="74" name="Google Shape;74;p14"/>
            <p:cNvSpPr/>
            <p:nvPr/>
          </p:nvSpPr>
          <p:spPr bwMode="auto">
            <a:xfrm>
              <a:off x="14892300" y="0"/>
              <a:ext cx="3395700" cy="3398400"/>
            </a:xfrm>
            <a:prstGeom prst="ellipse">
              <a:avLst/>
            </a:prstGeom>
            <a:solidFill>
              <a:srgbClr val="217AFF"/>
            </a:solidFill>
            <a:ln w="28575" cap="flat" cmpd="sng">
              <a:solidFill>
                <a:srgbClr val="217A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45725" tIns="45725" rIns="45725" bIns="45725" anchor="ctr" anchorCtr="0">
              <a:noAutofit/>
            </a:bodyPr>
            <a:lstStyle/>
            <a:p>
              <a:pPr marL="0" marR="0" lvl="0" indent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00"/>
                <a:buFont typeface="Arial"/>
                <a:buNone/>
                <a:defRPr/>
              </a:pPr>
              <a:endParaRPr sz="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</a:endParaRPr>
            </a:p>
          </p:txBody>
        </p:sp>
        <p:sp>
          <p:nvSpPr>
            <p:cNvPr id="75" name="Google Shape;75;p14"/>
            <p:cNvSpPr/>
            <p:nvPr/>
          </p:nvSpPr>
          <p:spPr bwMode="auto">
            <a:xfrm>
              <a:off x="11475720" y="3444300"/>
              <a:ext cx="3395700" cy="3398400"/>
            </a:xfrm>
            <a:prstGeom prst="ellipse">
              <a:avLst/>
            </a:prstGeom>
            <a:solidFill>
              <a:srgbClr val="217AFF"/>
            </a:solidFill>
            <a:ln w="28575" cap="flat" cmpd="sng">
              <a:solidFill>
                <a:srgbClr val="217A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45725" tIns="45725" rIns="45725" bIns="45725" anchor="ctr" anchorCtr="0">
              <a:noAutofit/>
            </a:bodyPr>
            <a:lstStyle/>
            <a:p>
              <a:pPr marL="0" marR="0" lvl="0" indent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00"/>
                <a:buFont typeface="Arial"/>
                <a:buNone/>
                <a:defRPr/>
              </a:pPr>
              <a:endParaRPr sz="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</a:endParaRPr>
            </a:p>
          </p:txBody>
        </p:sp>
        <p:sp>
          <p:nvSpPr>
            <p:cNvPr id="76" name="Google Shape;76;p14"/>
            <p:cNvSpPr/>
            <p:nvPr/>
          </p:nvSpPr>
          <p:spPr bwMode="auto">
            <a:xfrm>
              <a:off x="14892300" y="3444300"/>
              <a:ext cx="3395700" cy="3398400"/>
            </a:xfrm>
            <a:prstGeom prst="ellipse">
              <a:avLst/>
            </a:prstGeom>
            <a:noFill/>
            <a:ln w="19050" cap="flat" cmpd="sng">
              <a:solidFill>
                <a:srgbClr val="217A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45725" tIns="45725" rIns="45725" bIns="45725" anchor="ctr" anchorCtr="0">
              <a:noAutofit/>
            </a:bodyPr>
            <a:lstStyle/>
            <a:p>
              <a:pPr marL="0" marR="0" lvl="0" indent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00"/>
                <a:buFont typeface="Arial"/>
                <a:buNone/>
                <a:defRPr/>
              </a:pPr>
              <a:endParaRPr sz="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</a:endParaRPr>
            </a:p>
          </p:txBody>
        </p:sp>
        <p:sp>
          <p:nvSpPr>
            <p:cNvPr id="77" name="Google Shape;77;p14"/>
            <p:cNvSpPr/>
            <p:nvPr/>
          </p:nvSpPr>
          <p:spPr bwMode="auto">
            <a:xfrm>
              <a:off x="11475720" y="6858000"/>
              <a:ext cx="3395700" cy="3398400"/>
            </a:xfrm>
            <a:prstGeom prst="ellipse">
              <a:avLst/>
            </a:prstGeom>
            <a:noFill/>
            <a:ln w="19050" cap="flat" cmpd="sng">
              <a:solidFill>
                <a:srgbClr val="217A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45725" tIns="45725" rIns="45725" bIns="45725" anchor="ctr" anchorCtr="0">
              <a:noAutofit/>
            </a:bodyPr>
            <a:lstStyle/>
            <a:p>
              <a:pPr marL="0" marR="0" lvl="0" indent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00"/>
                <a:buFont typeface="Arial"/>
                <a:buNone/>
                <a:defRPr/>
              </a:pPr>
              <a:endParaRPr sz="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</a:endParaRPr>
            </a:p>
          </p:txBody>
        </p:sp>
        <p:sp>
          <p:nvSpPr>
            <p:cNvPr id="78" name="Google Shape;78;p14"/>
            <p:cNvSpPr/>
            <p:nvPr/>
          </p:nvSpPr>
          <p:spPr bwMode="auto">
            <a:xfrm>
              <a:off x="14892300" y="6858000"/>
              <a:ext cx="3395700" cy="3398400"/>
            </a:xfrm>
            <a:prstGeom prst="ellipse">
              <a:avLst/>
            </a:prstGeom>
            <a:solidFill>
              <a:srgbClr val="217AFF"/>
            </a:solidFill>
            <a:ln w="28575" cap="flat" cmpd="sng">
              <a:solidFill>
                <a:srgbClr val="217A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45725" tIns="45725" rIns="45725" bIns="45725" anchor="ctr" anchorCtr="0">
              <a:noAutofit/>
            </a:bodyPr>
            <a:lstStyle/>
            <a:p>
              <a:pPr marL="0" marR="0" lvl="0" indent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00"/>
                <a:buFont typeface="Arial"/>
                <a:buNone/>
                <a:defRPr/>
              </a:pPr>
              <a:endParaRPr sz="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</a:endParaRPr>
            </a:p>
          </p:txBody>
        </p:sp>
      </p:grp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19. Определение pro" preserve="0" showMasterPhAnim="0" userDrawn="1">
  <p:cSld name="19. Определение pro">
    <p:bg>
      <p:bgPr shadeToTitle="0">
        <a:solidFill>
          <a:srgbClr val="0066FF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0" name="Google Shape;80;p15"/>
          <p:cNvSpPr/>
          <p:nvPr/>
        </p:nvSpPr>
        <p:spPr bwMode="auto">
          <a:xfrm>
            <a:off x="7143750" y="0"/>
            <a:ext cx="5143500" cy="5143500"/>
          </a:xfrm>
          <a:prstGeom prst="ellipse">
            <a:avLst/>
          </a:prstGeom>
          <a:noFill/>
          <a:ln w="19050" cap="flat" cmpd="sng">
            <a:solidFill>
              <a:srgbClr val="217A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45725" tIns="45725" rIns="45725" bIns="45725" anchor="ctr" anchorCtr="0">
            <a:noAutofit/>
          </a:bodyPr>
          <a:lstStyle/>
          <a:p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/>
            </a:pPr>
            <a:endParaRPr sz="7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81" name="Google Shape;81;p15"/>
          <p:cNvSpPr/>
          <p:nvPr/>
        </p:nvSpPr>
        <p:spPr bwMode="auto">
          <a:xfrm>
            <a:off x="-3143250" y="0"/>
            <a:ext cx="5143500" cy="5143500"/>
          </a:xfrm>
          <a:prstGeom prst="ellipse">
            <a:avLst/>
          </a:prstGeom>
          <a:noFill/>
          <a:ln w="19050" cap="flat" cmpd="sng">
            <a:solidFill>
              <a:srgbClr val="217A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45725" tIns="45725" rIns="45725" bIns="45725" anchor="ctr" anchorCtr="0">
            <a:noAutofit/>
          </a:bodyPr>
          <a:lstStyle/>
          <a:p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/>
            </a:pPr>
            <a:endParaRPr sz="7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82" name="Google Shape;82;p15"/>
          <p:cNvSpPr/>
          <p:nvPr/>
        </p:nvSpPr>
        <p:spPr bwMode="auto">
          <a:xfrm>
            <a:off x="2000250" y="0"/>
            <a:ext cx="5143500" cy="5143500"/>
          </a:xfrm>
          <a:prstGeom prst="ellipse">
            <a:avLst/>
          </a:prstGeom>
          <a:solidFill>
            <a:srgbClr val="217AFF"/>
          </a:solidFill>
          <a:ln w="25400" cap="flat" cmpd="sng">
            <a:solidFill>
              <a:srgbClr val="217A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45725" tIns="45725" rIns="45725" bIns="45725" anchor="ctr" anchorCtr="0">
            <a:noAutofit/>
          </a:bodyPr>
          <a:lstStyle/>
          <a:p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/>
            </a:pPr>
            <a:endParaRPr sz="7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20. Отбивка 2 pro" preserve="0" showMasterPhAnim="0" userDrawn="1">
  <p:cSld name="20. Отбивка 2 pro">
    <p:bg>
      <p:bgPr shadeToTitle="0">
        <a:solidFill>
          <a:srgbClr val="0066FF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4" name="Google Shape;84;p16"/>
          <p:cNvSpPr/>
          <p:nvPr/>
        </p:nvSpPr>
        <p:spPr bwMode="auto">
          <a:xfrm>
            <a:off x="8382000" y="2523325"/>
            <a:ext cx="2286000" cy="2286000"/>
          </a:xfrm>
          <a:prstGeom prst="ellipse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45725" tIns="45725" rIns="45725" bIns="45725" anchor="ctr" anchorCtr="0">
            <a:noAutofit/>
          </a:bodyPr>
          <a:lstStyle/>
          <a:p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/>
            </a:pPr>
            <a:endParaRPr sz="7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85" name="Google Shape;85;p16"/>
          <p:cNvSpPr/>
          <p:nvPr/>
        </p:nvSpPr>
        <p:spPr bwMode="auto">
          <a:xfrm>
            <a:off x="6096000" y="2514600"/>
            <a:ext cx="2286000" cy="2286000"/>
          </a:xfrm>
          <a:prstGeom prst="ellipse">
            <a:avLst/>
          </a:prstGeom>
          <a:solidFill>
            <a:schemeClr val="lt1"/>
          </a:solidFill>
          <a:ln w="3810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45725" tIns="45725" rIns="45725" bIns="45725" anchor="ctr" anchorCtr="0">
            <a:noAutofit/>
          </a:bodyPr>
          <a:lstStyle/>
          <a:p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None/>
              <a:defRPr/>
            </a:pPr>
            <a:endParaRPr sz="4800" b="0" i="0" u="none" strike="noStrike" cap="none">
              <a:solidFill>
                <a:schemeClr val="dk2"/>
              </a:solidFill>
              <a:latin typeface="Proxima Nova"/>
              <a:ea typeface="Proxima Nova"/>
              <a:cs typeface="Proxima Nova"/>
            </a:endParaRP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20. Отбивка 2 pro" preserve="0" showMasterPhAnim="0" userDrawn="1">
  <p:cSld name="1_20. Отбивка 2 pro">
    <p:bg>
      <p:bgPr shadeToTitle="0">
        <a:solidFill>
          <a:srgbClr val="0066FF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11. Фон dark 1" preserve="0" showMasterPhAnim="0" userDrawn="1">
  <p:cSld name="11. Фон dark">
    <p:bg>
      <p:bgPr shadeToTitle="0">
        <a:solidFill>
          <a:schemeClr val="lt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11. Фон dark 1 1" preserve="0" showMasterPhAnim="0" userDrawn="1">
  <p:cSld name="11. Фоныыыыыы">
    <p:bg>
      <p:bgPr shadeToTitle="0">
        <a:solidFill>
          <a:schemeClr val="lt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12. Титульник neo" preserve="0" showMasterPhAnim="0" userDrawn="1">
  <p:cSld name="12. Титульник neo">
    <p:bg>
      <p:bgPr shadeToTitle="0">
        <a:solidFill>
          <a:schemeClr val="accent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0" name="Google Shape;90;p20"/>
          <p:cNvSpPr/>
          <p:nvPr/>
        </p:nvSpPr>
        <p:spPr bwMode="auto">
          <a:xfrm>
            <a:off x="6531775" y="0"/>
            <a:ext cx="5214899" cy="5143500"/>
          </a:xfrm>
          <a:prstGeom prst="ellipse">
            <a:avLst/>
          </a:prstGeom>
          <a:solidFill>
            <a:schemeClr val="accent1"/>
          </a:solidFill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45725" tIns="45725" rIns="45725" bIns="45725" anchor="ctr" anchorCtr="0">
            <a:noAutofit/>
          </a:bodyPr>
          <a:lstStyle/>
          <a:p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/>
            </a:pPr>
            <a:endParaRPr sz="7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91" name="Google Shape;91;p20"/>
          <p:cNvSpPr/>
          <p:nvPr/>
        </p:nvSpPr>
        <p:spPr bwMode="auto">
          <a:xfrm>
            <a:off x="1331509" y="18000"/>
            <a:ext cx="5200200" cy="5129399"/>
          </a:xfrm>
          <a:prstGeom prst="ellipse">
            <a:avLst/>
          </a:prstGeom>
          <a:noFill/>
          <a:ln w="1905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45725" tIns="45725" rIns="45725" bIns="45725" anchor="ctr" anchorCtr="0">
            <a:noAutofit/>
          </a:bodyPr>
          <a:lstStyle/>
          <a:p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/>
            </a:pPr>
            <a:endParaRPr sz="7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grpSp>
        <p:nvGrpSpPr>
          <p:cNvPr id="92" name="Google Shape;92;p20"/>
          <p:cNvGrpSpPr/>
          <p:nvPr/>
        </p:nvGrpSpPr>
        <p:grpSpPr bwMode="auto">
          <a:xfrm>
            <a:off x="8569715" y="4505200"/>
            <a:ext cx="258577" cy="265368"/>
            <a:chOff x="238125" y="2432825"/>
            <a:chExt cx="779549" cy="781875"/>
          </a:xfrm>
        </p:grpSpPr>
        <p:sp>
          <p:nvSpPr>
            <p:cNvPr id="93" name="Google Shape;93;p20"/>
            <p:cNvSpPr/>
            <p:nvPr/>
          </p:nvSpPr>
          <p:spPr bwMode="auto">
            <a:xfrm>
              <a:off x="238125" y="2842375"/>
              <a:ext cx="372325" cy="372325"/>
            </a:xfrm>
            <a:custGeom>
              <a:avLst/>
              <a:gdLst/>
              <a:ahLst/>
              <a:cxnLst/>
              <a:rect l="l" t="t" r="r" b="b"/>
              <a:pathLst>
                <a:path w="14893" h="14893" fill="norm" stroke="1" extrusionOk="0">
                  <a:moveTo>
                    <a:pt x="8005" y="0"/>
                  </a:moveTo>
                  <a:cubicBezTo>
                    <a:pt x="7819" y="0"/>
                    <a:pt x="7632" y="0"/>
                    <a:pt x="7446" y="0"/>
                  </a:cubicBezTo>
                  <a:cubicBezTo>
                    <a:pt x="3351" y="0"/>
                    <a:pt x="0" y="3258"/>
                    <a:pt x="0" y="7446"/>
                  </a:cubicBezTo>
                  <a:cubicBezTo>
                    <a:pt x="0" y="11542"/>
                    <a:pt x="3351" y="14892"/>
                    <a:pt x="7446" y="14892"/>
                  </a:cubicBezTo>
                  <a:cubicBezTo>
                    <a:pt x="11542" y="14892"/>
                    <a:pt x="14893" y="11542"/>
                    <a:pt x="14893" y="7446"/>
                  </a:cubicBezTo>
                  <a:cubicBezTo>
                    <a:pt x="14893" y="7074"/>
                    <a:pt x="14799" y="6795"/>
                    <a:pt x="14799" y="6515"/>
                  </a:cubicBezTo>
                  <a:cubicBezTo>
                    <a:pt x="11262" y="6236"/>
                    <a:pt x="8470" y="3444"/>
                    <a:pt x="8005" y="0"/>
                  </a:cubicBezTo>
                  <a:close/>
                </a:path>
              </a:pathLst>
            </a:custGeom>
            <a:solidFill>
              <a:srgbClr val="F3F4F7"/>
            </a:solidFill>
            <a:ln>
              <a:noFill/>
            </a:ln>
          </p:spPr>
          <p:txBody>
            <a:bodyPr spcFirstLastPara="1" wrap="square" lIns="45725" tIns="45725" rIns="45725" bIns="45725" anchor="ctr" anchorCtr="0">
              <a:noAutofit/>
            </a:bodyPr>
            <a:lstStyle/>
            <a:p>
              <a:pPr marL="0" marR="0" lvl="0" indent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00"/>
                <a:buFont typeface="Arial"/>
                <a:buNone/>
                <a:defRPr/>
              </a:pPr>
              <a:endParaRPr sz="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</a:endParaRPr>
            </a:p>
          </p:txBody>
        </p:sp>
        <p:sp>
          <p:nvSpPr>
            <p:cNvPr id="94" name="Google Shape;94;p20"/>
            <p:cNvSpPr/>
            <p:nvPr/>
          </p:nvSpPr>
          <p:spPr bwMode="auto">
            <a:xfrm>
              <a:off x="238125" y="2432825"/>
              <a:ext cx="372325" cy="372325"/>
            </a:xfrm>
            <a:custGeom>
              <a:avLst/>
              <a:gdLst/>
              <a:ahLst/>
              <a:cxnLst/>
              <a:rect l="l" t="t" r="r" b="b"/>
              <a:pathLst>
                <a:path w="14893" h="14893" fill="norm" stroke="1" extrusionOk="0">
                  <a:moveTo>
                    <a:pt x="14893" y="7447"/>
                  </a:moveTo>
                  <a:cubicBezTo>
                    <a:pt x="14893" y="3351"/>
                    <a:pt x="11542" y="0"/>
                    <a:pt x="7446" y="0"/>
                  </a:cubicBezTo>
                  <a:cubicBezTo>
                    <a:pt x="3351" y="0"/>
                    <a:pt x="0" y="3351"/>
                    <a:pt x="0" y="7447"/>
                  </a:cubicBezTo>
                  <a:cubicBezTo>
                    <a:pt x="0" y="11542"/>
                    <a:pt x="3351" y="14893"/>
                    <a:pt x="7446" y="14893"/>
                  </a:cubicBezTo>
                  <a:cubicBezTo>
                    <a:pt x="7632" y="14893"/>
                    <a:pt x="7819" y="14893"/>
                    <a:pt x="8005" y="14893"/>
                  </a:cubicBezTo>
                  <a:cubicBezTo>
                    <a:pt x="8284" y="11170"/>
                    <a:pt x="11169" y="8284"/>
                    <a:pt x="14799" y="8005"/>
                  </a:cubicBezTo>
                  <a:cubicBezTo>
                    <a:pt x="14799" y="7819"/>
                    <a:pt x="14893" y="7633"/>
                    <a:pt x="14893" y="7447"/>
                  </a:cubicBezTo>
                  <a:close/>
                </a:path>
              </a:pathLst>
            </a:custGeom>
            <a:solidFill>
              <a:srgbClr val="F3F4F7"/>
            </a:solidFill>
            <a:ln>
              <a:noFill/>
            </a:ln>
          </p:spPr>
          <p:txBody>
            <a:bodyPr spcFirstLastPara="1" wrap="square" lIns="45725" tIns="45725" rIns="45725" bIns="45725" anchor="ctr" anchorCtr="0">
              <a:noAutofit/>
            </a:bodyPr>
            <a:lstStyle/>
            <a:p>
              <a:pPr marL="0" marR="0" lvl="0" indent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00"/>
                <a:buFont typeface="Arial"/>
                <a:buNone/>
                <a:defRPr/>
              </a:pPr>
              <a:endParaRPr sz="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</a:endParaRPr>
            </a:p>
          </p:txBody>
        </p:sp>
        <p:sp>
          <p:nvSpPr>
            <p:cNvPr id="95" name="Google Shape;95;p20"/>
            <p:cNvSpPr/>
            <p:nvPr/>
          </p:nvSpPr>
          <p:spPr bwMode="auto">
            <a:xfrm>
              <a:off x="645325" y="2432825"/>
              <a:ext cx="372350" cy="372325"/>
            </a:xfrm>
            <a:custGeom>
              <a:avLst/>
              <a:gdLst/>
              <a:ahLst/>
              <a:cxnLst/>
              <a:rect l="l" t="t" r="r" b="b"/>
              <a:pathLst>
                <a:path w="14894" h="14893" fill="norm" stroke="1" extrusionOk="0">
                  <a:moveTo>
                    <a:pt x="6516" y="14800"/>
                  </a:moveTo>
                  <a:cubicBezTo>
                    <a:pt x="6795" y="14893"/>
                    <a:pt x="7075" y="14893"/>
                    <a:pt x="7447" y="14893"/>
                  </a:cubicBezTo>
                  <a:cubicBezTo>
                    <a:pt x="11542" y="14893"/>
                    <a:pt x="14893" y="11542"/>
                    <a:pt x="14893" y="7447"/>
                  </a:cubicBezTo>
                  <a:cubicBezTo>
                    <a:pt x="14893" y="3351"/>
                    <a:pt x="11542" y="0"/>
                    <a:pt x="7447" y="0"/>
                  </a:cubicBezTo>
                  <a:cubicBezTo>
                    <a:pt x="3351" y="0"/>
                    <a:pt x="1" y="3351"/>
                    <a:pt x="1" y="7447"/>
                  </a:cubicBezTo>
                  <a:cubicBezTo>
                    <a:pt x="1" y="7633"/>
                    <a:pt x="1" y="7819"/>
                    <a:pt x="1" y="8005"/>
                  </a:cubicBezTo>
                  <a:cubicBezTo>
                    <a:pt x="3538" y="8470"/>
                    <a:pt x="6237" y="11263"/>
                    <a:pt x="6516" y="14800"/>
                  </a:cubicBezTo>
                  <a:close/>
                </a:path>
              </a:pathLst>
            </a:custGeom>
            <a:solidFill>
              <a:srgbClr val="F3F4F7"/>
            </a:solidFill>
            <a:ln>
              <a:noFill/>
            </a:ln>
          </p:spPr>
          <p:txBody>
            <a:bodyPr spcFirstLastPara="1" wrap="square" lIns="45725" tIns="45725" rIns="45725" bIns="45725" anchor="ctr" anchorCtr="0">
              <a:noAutofit/>
            </a:bodyPr>
            <a:lstStyle/>
            <a:p>
              <a:pPr marL="0" marR="0" lvl="0" indent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00"/>
                <a:buFont typeface="Arial"/>
                <a:buNone/>
                <a:defRPr/>
              </a:pPr>
              <a:endParaRPr sz="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</a:endParaRPr>
            </a:p>
          </p:txBody>
        </p:sp>
        <p:sp>
          <p:nvSpPr>
            <p:cNvPr id="96" name="Google Shape;96;p20"/>
            <p:cNvSpPr/>
            <p:nvPr/>
          </p:nvSpPr>
          <p:spPr bwMode="auto">
            <a:xfrm>
              <a:off x="645325" y="2842375"/>
              <a:ext cx="372350" cy="372325"/>
            </a:xfrm>
            <a:custGeom>
              <a:avLst/>
              <a:gdLst/>
              <a:ahLst/>
              <a:cxnLst/>
              <a:rect l="l" t="t" r="r" b="b"/>
              <a:pathLst>
                <a:path w="14894" h="14893" fill="norm" stroke="1" extrusionOk="0">
                  <a:moveTo>
                    <a:pt x="94" y="6422"/>
                  </a:moveTo>
                  <a:cubicBezTo>
                    <a:pt x="1" y="6795"/>
                    <a:pt x="1" y="7074"/>
                    <a:pt x="1" y="7446"/>
                  </a:cubicBezTo>
                  <a:cubicBezTo>
                    <a:pt x="1" y="11542"/>
                    <a:pt x="3351" y="14892"/>
                    <a:pt x="7447" y="14892"/>
                  </a:cubicBezTo>
                  <a:cubicBezTo>
                    <a:pt x="11542" y="14892"/>
                    <a:pt x="14893" y="11542"/>
                    <a:pt x="14893" y="7446"/>
                  </a:cubicBezTo>
                  <a:cubicBezTo>
                    <a:pt x="14893" y="3258"/>
                    <a:pt x="11542" y="0"/>
                    <a:pt x="7447" y="0"/>
                  </a:cubicBezTo>
                  <a:cubicBezTo>
                    <a:pt x="7075" y="0"/>
                    <a:pt x="6795" y="0"/>
                    <a:pt x="6423" y="0"/>
                  </a:cubicBezTo>
                  <a:cubicBezTo>
                    <a:pt x="6051" y="3351"/>
                    <a:pt x="3351" y="6050"/>
                    <a:pt x="94" y="6422"/>
                  </a:cubicBezTo>
                  <a:close/>
                </a:path>
              </a:pathLst>
            </a:custGeom>
            <a:solidFill>
              <a:srgbClr val="F3F4F7"/>
            </a:solidFill>
            <a:ln>
              <a:noFill/>
            </a:ln>
          </p:spPr>
          <p:txBody>
            <a:bodyPr spcFirstLastPara="1" wrap="square" lIns="45725" tIns="45725" rIns="45725" bIns="45725" anchor="ctr" anchorCtr="0">
              <a:noAutofit/>
            </a:bodyPr>
            <a:lstStyle/>
            <a:p>
              <a:pPr marL="0" marR="0" lvl="0" indent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00"/>
                <a:buFont typeface="Arial"/>
                <a:buNone/>
                <a:defRPr/>
              </a:pPr>
              <a:endParaRPr sz="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</a:endParaRPr>
            </a:p>
          </p:txBody>
        </p:sp>
      </p:grp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14. Определение neo" preserve="0" showMasterPhAnim="0" userDrawn="1">
  <p:cSld name="14. Определение neo">
    <p:bg>
      <p:bgPr shadeToTitle="0">
        <a:solidFill>
          <a:schemeClr val="accent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8" name="Google Shape;98;p21"/>
          <p:cNvSpPr/>
          <p:nvPr/>
        </p:nvSpPr>
        <p:spPr bwMode="auto">
          <a:xfrm>
            <a:off x="7143750" y="0"/>
            <a:ext cx="5143500" cy="5143500"/>
          </a:xfrm>
          <a:prstGeom prst="ellipse">
            <a:avLst/>
          </a:prstGeom>
          <a:noFill/>
          <a:ln w="1905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45725" tIns="45725" rIns="45725" bIns="45725" anchor="ctr" anchorCtr="0">
            <a:noAutofit/>
          </a:bodyPr>
          <a:lstStyle/>
          <a:p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/>
            </a:pPr>
            <a:endParaRPr sz="7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99" name="Google Shape;99;p21"/>
          <p:cNvSpPr/>
          <p:nvPr/>
        </p:nvSpPr>
        <p:spPr bwMode="auto">
          <a:xfrm>
            <a:off x="-3143250" y="0"/>
            <a:ext cx="5143500" cy="5143500"/>
          </a:xfrm>
          <a:prstGeom prst="ellipse">
            <a:avLst/>
          </a:prstGeom>
          <a:noFill/>
          <a:ln w="1905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45725" tIns="45725" rIns="45725" bIns="45725" anchor="ctr" anchorCtr="0">
            <a:noAutofit/>
          </a:bodyPr>
          <a:lstStyle/>
          <a:p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/>
            </a:pPr>
            <a:endParaRPr sz="7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00" name="Google Shape;100;p21"/>
          <p:cNvSpPr/>
          <p:nvPr/>
        </p:nvSpPr>
        <p:spPr bwMode="auto">
          <a:xfrm>
            <a:off x="2000250" y="0"/>
            <a:ext cx="5143500" cy="5143500"/>
          </a:xfrm>
          <a:prstGeom prst="ellipse">
            <a:avLst/>
          </a:prstGeom>
          <a:solidFill>
            <a:schemeClr val="accent1"/>
          </a:solidFill>
          <a:ln w="2540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45725" tIns="45725" rIns="45725" bIns="45725" anchor="ctr" anchorCtr="0">
            <a:noAutofit/>
          </a:bodyPr>
          <a:lstStyle/>
          <a:p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/>
            </a:pPr>
            <a:endParaRPr sz="7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14. Определение neo 1" preserve="0" showMasterPhAnim="0" userDrawn="1">
  <p:cSld name="14. Определение">
    <p:bg>
      <p:bgPr shadeToTitle="0">
        <a:solidFill>
          <a:schemeClr val="accent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2" name="Google Shape;102;p22"/>
          <p:cNvSpPr/>
          <p:nvPr/>
        </p:nvSpPr>
        <p:spPr bwMode="auto">
          <a:xfrm>
            <a:off x="7143750" y="0"/>
            <a:ext cx="5143500" cy="5143500"/>
          </a:xfrm>
          <a:prstGeom prst="ellipse">
            <a:avLst/>
          </a:prstGeom>
          <a:noFill/>
          <a:ln w="1905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45725" tIns="45725" rIns="45725" bIns="45725" anchor="ctr" anchorCtr="0">
            <a:noAutofit/>
          </a:bodyPr>
          <a:lstStyle/>
          <a:p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/>
            </a:pPr>
            <a:endParaRPr sz="7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03" name="Google Shape;103;p22"/>
          <p:cNvSpPr/>
          <p:nvPr/>
        </p:nvSpPr>
        <p:spPr bwMode="auto">
          <a:xfrm>
            <a:off x="-3143250" y="0"/>
            <a:ext cx="5143500" cy="5143500"/>
          </a:xfrm>
          <a:prstGeom prst="ellipse">
            <a:avLst/>
          </a:prstGeom>
          <a:noFill/>
          <a:ln w="1905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45725" tIns="45725" rIns="45725" bIns="45725" anchor="ctr" anchorCtr="0">
            <a:noAutofit/>
          </a:bodyPr>
          <a:lstStyle/>
          <a:p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/>
            </a:pPr>
            <a:endParaRPr sz="7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04" name="Google Shape;104;p22"/>
          <p:cNvSpPr/>
          <p:nvPr/>
        </p:nvSpPr>
        <p:spPr bwMode="auto">
          <a:xfrm>
            <a:off x="2000250" y="0"/>
            <a:ext cx="5143500" cy="5143500"/>
          </a:xfrm>
          <a:prstGeom prst="ellipse">
            <a:avLst/>
          </a:prstGeom>
          <a:solidFill>
            <a:schemeClr val="accent1"/>
          </a:solidFill>
          <a:ln w="2540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45725" tIns="45725" rIns="45725" bIns="45725" anchor="ctr" anchorCtr="0">
            <a:noAutofit/>
          </a:bodyPr>
          <a:lstStyle/>
          <a:p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/>
            </a:pPr>
            <a:endParaRPr sz="7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15. Отбивка 2 neo" preserve="0" showMasterPhAnim="0" userDrawn="1">
  <p:cSld name="15. Отбивка 2 neo">
    <p:bg>
      <p:bgPr shadeToTitle="0">
        <a:solidFill>
          <a:schemeClr val="accent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6" name="Google Shape;106;p23"/>
          <p:cNvSpPr/>
          <p:nvPr/>
        </p:nvSpPr>
        <p:spPr bwMode="auto">
          <a:xfrm>
            <a:off x="8382000" y="2523325"/>
            <a:ext cx="2286000" cy="2286000"/>
          </a:xfrm>
          <a:prstGeom prst="ellipse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45725" tIns="45725" rIns="45725" bIns="45725" anchor="ctr" anchorCtr="0">
            <a:noAutofit/>
          </a:bodyPr>
          <a:lstStyle/>
          <a:p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/>
            </a:pPr>
            <a:endParaRPr sz="7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07" name="Google Shape;107;p23"/>
          <p:cNvSpPr/>
          <p:nvPr/>
        </p:nvSpPr>
        <p:spPr bwMode="auto">
          <a:xfrm>
            <a:off x="6096000" y="2514600"/>
            <a:ext cx="2286000" cy="2286000"/>
          </a:xfrm>
          <a:prstGeom prst="ellipse">
            <a:avLst/>
          </a:prstGeom>
          <a:solidFill>
            <a:schemeClr val="lt1"/>
          </a:solidFill>
          <a:ln w="3810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45725" tIns="45725" rIns="45725" bIns="45725" anchor="ctr" anchorCtr="0">
            <a:noAutofit/>
          </a:bodyPr>
          <a:lstStyle/>
          <a:p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None/>
              <a:defRPr/>
            </a:pPr>
            <a:endParaRPr sz="4800" b="0" i="0" u="none" strike="noStrike" cap="none">
              <a:solidFill>
                <a:schemeClr val="dk2"/>
              </a:solidFill>
              <a:latin typeface="Proxima Nova"/>
              <a:ea typeface="Proxima Nova"/>
              <a:cs typeface="Proxima Nova"/>
            </a:endParaRPr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16. Фон neo" preserve="0" showMasterPhAnim="0" userDrawn="1">
  <p:cSld name="16. Фон neo">
    <p:bg>
      <p:bgPr shadeToTitle="0">
        <a:solidFill>
          <a:schemeClr val="accent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16. Фон neo 1" preserve="0" showMasterPhAnim="0" userDrawn="1">
  <p:cSld name="16. Фон ">
    <p:bg>
      <p:bgPr shadeToTitle="0">
        <a:solidFill>
          <a:schemeClr val="accent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slideLayout" Target="../slideLayouts/slideLayout24.xml"/><Relationship Id="rId2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Pr shadeToTitle="0">
        <a:solidFill>
          <a:schemeClr val="accent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  <p:sldLayoutId id="2147483668" r:id="rId20"/>
    <p:sldLayoutId id="2147483669" r:id="rId21"/>
    <p:sldLayoutId id="2147483670" r:id="rId22"/>
    <p:sldLayoutId id="2147483671" r:id="rId23"/>
    <p:sldLayoutId id="2147483672" r:id="rId24"/>
  </p:sldLayoutIdLst>
  <p:hf dt="0" ftr="0" hdr="0" sldNum="0"/>
  <p:txStyles>
    <p:titleStyle>
      <a:defPPr marR="0" lvl="0" algn="l">
        <a:lnSpc>
          <a:spcPct val="100000"/>
        </a:lnSpc>
        <a:spcBef>
          <a:spcPts val="0"/>
        </a:spcBef>
        <a:spcAft>
          <a:spcPts val="0"/>
        </a:spcAft>
      </a:defPPr>
      <a:lvl1pPr marR="0" lv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1pPr>
      <a:lvl2pPr marR="0" lvl="1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2pPr>
      <a:lvl3pPr marR="0" lvl="2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3pPr>
      <a:lvl4pPr marR="0" lvl="3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4pPr>
      <a:lvl5pPr marR="0" lvl="4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5pPr>
      <a:lvl6pPr marR="0" lvl="5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6pPr>
      <a:lvl7pPr marR="0" lvl="6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7pPr>
      <a:lvl8pPr marR="0" lvl="7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8pPr>
      <a:lvl9pPr marR="0" lvl="8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9pPr>
    </p:titleStyle>
    <p:bodyStyle>
      <a:defPPr marR="0" lvl="0" algn="l">
        <a:lnSpc>
          <a:spcPct val="100000"/>
        </a:lnSpc>
        <a:spcBef>
          <a:spcPts val="0"/>
        </a:spcBef>
        <a:spcAft>
          <a:spcPts val="0"/>
        </a:spcAft>
      </a:defPPr>
      <a:lvl1pPr marR="0" lv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1pPr>
      <a:lvl2pPr marR="0" lvl="1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2pPr>
      <a:lvl3pPr marR="0" lvl="2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3pPr>
      <a:lvl4pPr marR="0" lvl="3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4pPr>
      <a:lvl5pPr marR="0" lvl="4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5pPr>
      <a:lvl6pPr marR="0" lvl="5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6pPr>
      <a:lvl7pPr marR="0" lvl="6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7pPr>
      <a:lvl8pPr marR="0" lvl="7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8pPr>
      <a:lvl9pPr marR="0" lvl="8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9pPr>
    </p:bodyStyle>
    <p:otherStyle>
      <a:defPPr marR="0" lvl="0" algn="l">
        <a:lnSpc>
          <a:spcPct val="100000"/>
        </a:lnSpc>
        <a:spcBef>
          <a:spcPts val="0"/>
        </a:spcBef>
        <a:spcAft>
          <a:spcPts val="0"/>
        </a:spcAft>
      </a:defPPr>
      <a:lvl1pPr marR="0" lv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1pPr>
      <a:lvl2pPr marR="0" lvl="1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2pPr>
      <a:lvl3pPr marR="0" lvl="2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3pPr>
      <a:lvl4pPr marR="0" lvl="3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4pPr>
      <a:lvl5pPr marR="0" lvl="4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5pPr>
      <a:lvl6pPr marR="0" lvl="5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6pPr>
      <a:lvl7pPr marR="0" lvl="6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7pPr>
      <a:lvl8pPr marR="0" lvl="7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8pPr>
      <a:lvl9pPr marR="0" lvl="8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4.png"/><Relationship Id="rId4" Type="http://schemas.openxmlformats.org/officeDocument/2006/relationships/image" Target="../media/image5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114" name="Google Shape;114;p26"/>
          <p:cNvGrpSpPr/>
          <p:nvPr/>
        </p:nvGrpSpPr>
        <p:grpSpPr bwMode="auto">
          <a:xfrm>
            <a:off x="8549243" y="4536458"/>
            <a:ext cx="258577" cy="265368"/>
            <a:chOff x="238125" y="2432825"/>
            <a:chExt cx="779549" cy="781875"/>
          </a:xfrm>
        </p:grpSpPr>
        <p:sp>
          <p:nvSpPr>
            <p:cNvPr id="115" name="Google Shape;115;p26"/>
            <p:cNvSpPr/>
            <p:nvPr/>
          </p:nvSpPr>
          <p:spPr bwMode="auto">
            <a:xfrm>
              <a:off x="238125" y="2842375"/>
              <a:ext cx="372325" cy="372325"/>
            </a:xfrm>
            <a:custGeom>
              <a:avLst/>
              <a:gdLst/>
              <a:ahLst/>
              <a:cxnLst/>
              <a:rect l="l" t="t" r="r" b="b"/>
              <a:pathLst>
                <a:path w="14893" h="14893" fill="norm" stroke="1" extrusionOk="0">
                  <a:moveTo>
                    <a:pt x="8005" y="0"/>
                  </a:moveTo>
                  <a:cubicBezTo>
                    <a:pt x="7819" y="0"/>
                    <a:pt x="7632" y="0"/>
                    <a:pt x="7446" y="0"/>
                  </a:cubicBezTo>
                  <a:cubicBezTo>
                    <a:pt x="3351" y="0"/>
                    <a:pt x="0" y="3258"/>
                    <a:pt x="0" y="7446"/>
                  </a:cubicBezTo>
                  <a:cubicBezTo>
                    <a:pt x="0" y="11542"/>
                    <a:pt x="3351" y="14892"/>
                    <a:pt x="7446" y="14892"/>
                  </a:cubicBezTo>
                  <a:cubicBezTo>
                    <a:pt x="11542" y="14892"/>
                    <a:pt x="14893" y="11542"/>
                    <a:pt x="14893" y="7446"/>
                  </a:cubicBezTo>
                  <a:cubicBezTo>
                    <a:pt x="14893" y="7074"/>
                    <a:pt x="14799" y="6795"/>
                    <a:pt x="14799" y="6515"/>
                  </a:cubicBezTo>
                  <a:cubicBezTo>
                    <a:pt x="11262" y="6236"/>
                    <a:pt x="8470" y="3444"/>
                    <a:pt x="8005" y="0"/>
                  </a:cubicBezTo>
                  <a:close/>
                </a:path>
              </a:pathLst>
            </a:custGeom>
            <a:solidFill>
              <a:srgbClr val="F3F4F7"/>
            </a:solidFill>
            <a:ln>
              <a:noFill/>
            </a:ln>
          </p:spPr>
          <p:txBody>
            <a:bodyPr spcFirstLastPara="1" wrap="square" lIns="45725" tIns="45725" rIns="45725" bIns="45725" anchor="ctr" anchorCtr="0">
              <a:noAutofit/>
            </a:bodyPr>
            <a:lstStyle/>
            <a:p>
              <a:pPr marL="0" marR="0" lvl="0" indent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00"/>
                <a:buFont typeface="Arial"/>
                <a:buNone/>
                <a:defRPr/>
              </a:pPr>
              <a:endParaRPr sz="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</a:endParaRPr>
            </a:p>
          </p:txBody>
        </p:sp>
        <p:sp>
          <p:nvSpPr>
            <p:cNvPr id="116" name="Google Shape;116;p26"/>
            <p:cNvSpPr/>
            <p:nvPr/>
          </p:nvSpPr>
          <p:spPr bwMode="auto">
            <a:xfrm>
              <a:off x="238125" y="2432825"/>
              <a:ext cx="372325" cy="372325"/>
            </a:xfrm>
            <a:custGeom>
              <a:avLst/>
              <a:gdLst/>
              <a:ahLst/>
              <a:cxnLst/>
              <a:rect l="l" t="t" r="r" b="b"/>
              <a:pathLst>
                <a:path w="14893" h="14893" fill="norm" stroke="1" extrusionOk="0">
                  <a:moveTo>
                    <a:pt x="14893" y="7447"/>
                  </a:moveTo>
                  <a:cubicBezTo>
                    <a:pt x="14893" y="3351"/>
                    <a:pt x="11542" y="0"/>
                    <a:pt x="7446" y="0"/>
                  </a:cubicBezTo>
                  <a:cubicBezTo>
                    <a:pt x="3351" y="0"/>
                    <a:pt x="0" y="3351"/>
                    <a:pt x="0" y="7447"/>
                  </a:cubicBezTo>
                  <a:cubicBezTo>
                    <a:pt x="0" y="11542"/>
                    <a:pt x="3351" y="14893"/>
                    <a:pt x="7446" y="14893"/>
                  </a:cubicBezTo>
                  <a:cubicBezTo>
                    <a:pt x="7632" y="14893"/>
                    <a:pt x="7819" y="14893"/>
                    <a:pt x="8005" y="14893"/>
                  </a:cubicBezTo>
                  <a:cubicBezTo>
                    <a:pt x="8284" y="11170"/>
                    <a:pt x="11169" y="8284"/>
                    <a:pt x="14799" y="8005"/>
                  </a:cubicBezTo>
                  <a:cubicBezTo>
                    <a:pt x="14799" y="7819"/>
                    <a:pt x="14893" y="7633"/>
                    <a:pt x="14893" y="7447"/>
                  </a:cubicBezTo>
                  <a:close/>
                </a:path>
              </a:pathLst>
            </a:custGeom>
            <a:solidFill>
              <a:srgbClr val="F3F4F7"/>
            </a:solidFill>
            <a:ln>
              <a:noFill/>
            </a:ln>
          </p:spPr>
          <p:txBody>
            <a:bodyPr spcFirstLastPara="1" wrap="square" lIns="45725" tIns="45725" rIns="45725" bIns="45725" anchor="ctr" anchorCtr="0">
              <a:noAutofit/>
            </a:bodyPr>
            <a:lstStyle/>
            <a:p>
              <a:pPr marL="0" marR="0" lvl="0" indent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00"/>
                <a:buFont typeface="Arial"/>
                <a:buNone/>
                <a:defRPr/>
              </a:pPr>
              <a:endParaRPr sz="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</a:endParaRPr>
            </a:p>
          </p:txBody>
        </p:sp>
        <p:sp>
          <p:nvSpPr>
            <p:cNvPr id="117" name="Google Shape;117;p26"/>
            <p:cNvSpPr/>
            <p:nvPr/>
          </p:nvSpPr>
          <p:spPr bwMode="auto">
            <a:xfrm>
              <a:off x="645325" y="2432825"/>
              <a:ext cx="372350" cy="372325"/>
            </a:xfrm>
            <a:custGeom>
              <a:avLst/>
              <a:gdLst/>
              <a:ahLst/>
              <a:cxnLst/>
              <a:rect l="l" t="t" r="r" b="b"/>
              <a:pathLst>
                <a:path w="14894" h="14893" fill="norm" stroke="1" extrusionOk="0">
                  <a:moveTo>
                    <a:pt x="6516" y="14800"/>
                  </a:moveTo>
                  <a:cubicBezTo>
                    <a:pt x="6795" y="14893"/>
                    <a:pt x="7075" y="14893"/>
                    <a:pt x="7447" y="14893"/>
                  </a:cubicBezTo>
                  <a:cubicBezTo>
                    <a:pt x="11542" y="14893"/>
                    <a:pt x="14893" y="11542"/>
                    <a:pt x="14893" y="7447"/>
                  </a:cubicBezTo>
                  <a:cubicBezTo>
                    <a:pt x="14893" y="3351"/>
                    <a:pt x="11542" y="0"/>
                    <a:pt x="7447" y="0"/>
                  </a:cubicBezTo>
                  <a:cubicBezTo>
                    <a:pt x="3351" y="0"/>
                    <a:pt x="1" y="3351"/>
                    <a:pt x="1" y="7447"/>
                  </a:cubicBezTo>
                  <a:cubicBezTo>
                    <a:pt x="1" y="7633"/>
                    <a:pt x="1" y="7819"/>
                    <a:pt x="1" y="8005"/>
                  </a:cubicBezTo>
                  <a:cubicBezTo>
                    <a:pt x="3538" y="8470"/>
                    <a:pt x="6237" y="11263"/>
                    <a:pt x="6516" y="14800"/>
                  </a:cubicBezTo>
                  <a:close/>
                </a:path>
              </a:pathLst>
            </a:custGeom>
            <a:solidFill>
              <a:srgbClr val="F3F4F7"/>
            </a:solidFill>
            <a:ln>
              <a:noFill/>
            </a:ln>
          </p:spPr>
          <p:txBody>
            <a:bodyPr spcFirstLastPara="1" wrap="square" lIns="45725" tIns="45725" rIns="45725" bIns="45725" anchor="ctr" anchorCtr="0">
              <a:noAutofit/>
            </a:bodyPr>
            <a:lstStyle/>
            <a:p>
              <a:pPr marL="0" marR="0" lvl="0" indent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00"/>
                <a:buFont typeface="Arial"/>
                <a:buNone/>
                <a:defRPr/>
              </a:pPr>
              <a:endParaRPr sz="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</a:endParaRPr>
            </a:p>
          </p:txBody>
        </p:sp>
        <p:sp>
          <p:nvSpPr>
            <p:cNvPr id="118" name="Google Shape;118;p26"/>
            <p:cNvSpPr/>
            <p:nvPr/>
          </p:nvSpPr>
          <p:spPr bwMode="auto">
            <a:xfrm>
              <a:off x="645325" y="2842375"/>
              <a:ext cx="372350" cy="372325"/>
            </a:xfrm>
            <a:custGeom>
              <a:avLst/>
              <a:gdLst/>
              <a:ahLst/>
              <a:cxnLst/>
              <a:rect l="l" t="t" r="r" b="b"/>
              <a:pathLst>
                <a:path w="14894" h="14893" fill="norm" stroke="1" extrusionOk="0">
                  <a:moveTo>
                    <a:pt x="94" y="6422"/>
                  </a:moveTo>
                  <a:cubicBezTo>
                    <a:pt x="1" y="6795"/>
                    <a:pt x="1" y="7074"/>
                    <a:pt x="1" y="7446"/>
                  </a:cubicBezTo>
                  <a:cubicBezTo>
                    <a:pt x="1" y="11542"/>
                    <a:pt x="3351" y="14892"/>
                    <a:pt x="7447" y="14892"/>
                  </a:cubicBezTo>
                  <a:cubicBezTo>
                    <a:pt x="11542" y="14892"/>
                    <a:pt x="14893" y="11542"/>
                    <a:pt x="14893" y="7446"/>
                  </a:cubicBezTo>
                  <a:cubicBezTo>
                    <a:pt x="14893" y="3258"/>
                    <a:pt x="11542" y="0"/>
                    <a:pt x="7447" y="0"/>
                  </a:cubicBezTo>
                  <a:cubicBezTo>
                    <a:pt x="7075" y="0"/>
                    <a:pt x="6795" y="0"/>
                    <a:pt x="6423" y="0"/>
                  </a:cubicBezTo>
                  <a:cubicBezTo>
                    <a:pt x="6051" y="3351"/>
                    <a:pt x="3351" y="6050"/>
                    <a:pt x="94" y="6422"/>
                  </a:cubicBezTo>
                  <a:close/>
                </a:path>
              </a:pathLst>
            </a:custGeom>
            <a:solidFill>
              <a:srgbClr val="F3F4F7"/>
            </a:solidFill>
            <a:ln>
              <a:noFill/>
            </a:ln>
          </p:spPr>
          <p:txBody>
            <a:bodyPr spcFirstLastPara="1" wrap="square" lIns="45725" tIns="45725" rIns="45725" bIns="45725" anchor="ctr" anchorCtr="0">
              <a:noAutofit/>
            </a:bodyPr>
            <a:lstStyle/>
            <a:p>
              <a:pPr marL="0" marR="0" lvl="0" indent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00"/>
                <a:buFont typeface="Arial"/>
                <a:buNone/>
                <a:defRPr/>
              </a:pPr>
              <a:endParaRPr sz="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</a:endParaRPr>
            </a:p>
          </p:txBody>
        </p:sp>
      </p:grpSp>
      <p:sp>
        <p:nvSpPr>
          <p:cNvPr id="119" name="Google Shape;119;p26"/>
          <p:cNvSpPr txBox="1"/>
          <p:nvPr/>
        </p:nvSpPr>
        <p:spPr bwMode="auto">
          <a:xfrm>
            <a:off x="319074" y="294016"/>
            <a:ext cx="8566500" cy="343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rial"/>
              <a:buNone/>
              <a:defRPr/>
            </a:pPr>
            <a:r>
              <a:rPr lang="en-US" sz="4800" b="1">
                <a:solidFill>
                  <a:schemeClr val="lt1"/>
                </a:solidFill>
                <a:latin typeface="Proxima Nova"/>
                <a:ea typeface="Proxima Nova"/>
                <a:cs typeface="Proxima Nova"/>
              </a:rPr>
              <a:t>Применение ML в кибербезопасности</a:t>
            </a:r>
            <a:endParaRPr sz="4800" b="1">
              <a:solidFill>
                <a:schemeClr val="lt1"/>
              </a:solidFill>
              <a:latin typeface="Proxima Nova"/>
              <a:ea typeface="Proxima Nova"/>
              <a:cs typeface="Proxima Nova"/>
            </a:endParaRPr>
          </a:p>
          <a:p>
            <a:pPr marL="0" lvl="0" indent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rial"/>
              <a:buNone/>
              <a:defRPr/>
            </a:pPr>
            <a:endParaRPr sz="3400" b="1">
              <a:solidFill>
                <a:schemeClr val="lt1"/>
              </a:solidFill>
              <a:latin typeface="Proxima Nova"/>
              <a:ea typeface="Proxima Nova"/>
              <a:cs typeface="Proxima Nova"/>
            </a:endParaRPr>
          </a:p>
          <a:p>
            <a:pPr marL="0" lvl="0" indent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rial"/>
              <a:buNone/>
              <a:defRPr/>
            </a:pPr>
            <a:r>
              <a:rPr lang="en-US" sz="3400" b="1">
                <a:solidFill>
                  <a:schemeClr val="lt1"/>
                </a:solidFill>
                <a:latin typeface="Proxima Nova"/>
                <a:ea typeface="Proxima Nova"/>
                <a:cs typeface="Proxima Nova"/>
              </a:rPr>
              <a:t>Итоговое задание</a:t>
            </a:r>
            <a:r>
              <a:rPr lang="en-US" sz="4800" b="1">
                <a:solidFill>
                  <a:schemeClr val="lt1"/>
                </a:solidFill>
                <a:latin typeface="Proxima Nova"/>
                <a:ea typeface="Proxima Nova"/>
                <a:cs typeface="Proxima Nova"/>
              </a:rPr>
              <a:t>   </a:t>
            </a:r>
            <a:endParaRPr sz="4800" b="1">
              <a:solidFill>
                <a:schemeClr val="lt1"/>
              </a:solidFill>
              <a:latin typeface="Proxima Nova"/>
              <a:ea typeface="Proxima Nova"/>
              <a:cs typeface="Proxima Nova"/>
            </a:endParaRPr>
          </a:p>
          <a:p>
            <a:pPr marL="0" marR="0" lvl="0" indent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rial"/>
              <a:buNone/>
              <a:defRPr/>
            </a:pPr>
            <a:endParaRPr sz="4800" b="1">
              <a:solidFill>
                <a:schemeClr val="lt1"/>
              </a:solidFill>
              <a:latin typeface="Proxima Nova"/>
              <a:ea typeface="Proxima Nova"/>
              <a:cs typeface="Proxima Nova"/>
            </a:endParaRPr>
          </a:p>
          <a:p>
            <a:pPr marL="38100" marR="0" lvl="0" indent="0" algn="l">
              <a:lnSpc>
                <a:spcPct val="80000"/>
              </a:lnSpc>
              <a:spcBef>
                <a:spcPts val="2000"/>
              </a:spcBef>
              <a:spcAft>
                <a:spcPts val="0"/>
              </a:spcAft>
              <a:buClr>
                <a:schemeClr val="dk1"/>
              </a:buClr>
              <a:buSzPts val="600"/>
              <a:buFont typeface="Arial"/>
              <a:buNone/>
              <a:defRPr/>
            </a:pPr>
            <a:endParaRPr sz="1700" b="1" i="0" u="none" strike="noStrike" cap="none">
              <a:solidFill>
                <a:schemeClr val="lt1"/>
              </a:solidFill>
              <a:latin typeface="Proxima Nova"/>
              <a:ea typeface="Proxima Nova"/>
              <a:cs typeface="Proxima Nova"/>
            </a:endParaRPr>
          </a:p>
          <a:p>
            <a:pPr marL="0" marR="0" lvl="0" indent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/>
            </a:pPr>
            <a:endParaRPr sz="1500" b="0" i="0" u="none" strike="noStrike" cap="none">
              <a:solidFill>
                <a:schemeClr val="lt1"/>
              </a:solidFill>
              <a:latin typeface="Proxima Nova"/>
              <a:ea typeface="Proxima Nova"/>
              <a:cs typeface="Proxima Nova"/>
            </a:endParaRPr>
          </a:p>
        </p:txBody>
      </p:sp>
      <p:sp>
        <p:nvSpPr>
          <p:cNvPr id="120" name="Google Shape;120;p26"/>
          <p:cNvSpPr txBox="1"/>
          <p:nvPr/>
        </p:nvSpPr>
        <p:spPr bwMode="auto">
          <a:xfrm>
            <a:off x="351627" y="4195000"/>
            <a:ext cx="4709400" cy="62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45725" bIns="0" anchor="b" anchorCtr="0">
            <a:noAutofit/>
          </a:bodyPr>
          <a:lstStyle/>
          <a:p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/>
            </a:pPr>
            <a:r>
              <a:rPr sz="1400" b="1">
                <a:solidFill>
                  <a:srgbClr val="2E5BFF"/>
                </a:solidFill>
              </a:rPr>
              <a:t>Антиспам-фильтр: NLP-модель + микросервис</a:t>
            </a:r>
            <a:endParaRPr sz="1300">
              <a:solidFill>
                <a:schemeClr val="lt1"/>
              </a:solidFill>
              <a:latin typeface="Proxima Nova"/>
              <a:ea typeface="Proxima Nova"/>
              <a:cs typeface="Proxima Nova"/>
            </a:endParaRPr>
          </a:p>
          <a:p>
            <a:r>
              <a:rPr sz="1200">
                <a:solidFill>
                  <a:srgbClr val="5B5F6B"/>
                </a:solidFill>
              </a:rPr>
              <a:t>Команда № ____  ·  Фамилия И.О.  ·  группа ____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125" name="Google Shape;125;p27"/>
          <p:cNvGrpSpPr/>
          <p:nvPr/>
        </p:nvGrpSpPr>
        <p:grpSpPr bwMode="auto">
          <a:xfrm>
            <a:off x="8549243" y="4536459"/>
            <a:ext cx="258577" cy="265368"/>
            <a:chOff x="238125" y="2432825"/>
            <a:chExt cx="779549" cy="781875"/>
          </a:xfrm>
        </p:grpSpPr>
        <p:sp>
          <p:nvSpPr>
            <p:cNvPr id="126" name="Google Shape;126;p27"/>
            <p:cNvSpPr/>
            <p:nvPr/>
          </p:nvSpPr>
          <p:spPr bwMode="auto">
            <a:xfrm>
              <a:off x="238125" y="2842375"/>
              <a:ext cx="372325" cy="372325"/>
            </a:xfrm>
            <a:custGeom>
              <a:avLst/>
              <a:gdLst/>
              <a:ahLst/>
              <a:cxnLst/>
              <a:rect l="l" t="t" r="r" b="b"/>
              <a:pathLst>
                <a:path w="14893" h="14893" fill="norm" stroke="1" extrusionOk="0">
                  <a:moveTo>
                    <a:pt x="8005" y="0"/>
                  </a:moveTo>
                  <a:cubicBezTo>
                    <a:pt x="7819" y="0"/>
                    <a:pt x="7632" y="0"/>
                    <a:pt x="7446" y="0"/>
                  </a:cubicBezTo>
                  <a:cubicBezTo>
                    <a:pt x="3351" y="0"/>
                    <a:pt x="0" y="3258"/>
                    <a:pt x="0" y="7446"/>
                  </a:cubicBezTo>
                  <a:cubicBezTo>
                    <a:pt x="0" y="11542"/>
                    <a:pt x="3351" y="14892"/>
                    <a:pt x="7446" y="14892"/>
                  </a:cubicBezTo>
                  <a:cubicBezTo>
                    <a:pt x="11542" y="14892"/>
                    <a:pt x="14893" y="11542"/>
                    <a:pt x="14893" y="7446"/>
                  </a:cubicBezTo>
                  <a:cubicBezTo>
                    <a:pt x="14893" y="7074"/>
                    <a:pt x="14799" y="6795"/>
                    <a:pt x="14799" y="6515"/>
                  </a:cubicBezTo>
                  <a:cubicBezTo>
                    <a:pt x="11262" y="6236"/>
                    <a:pt x="8470" y="3444"/>
                    <a:pt x="8005" y="0"/>
                  </a:cubicBezTo>
                  <a:close/>
                </a:path>
              </a:pathLst>
            </a:custGeom>
            <a:solidFill>
              <a:srgbClr val="F3F4F7"/>
            </a:solidFill>
            <a:ln>
              <a:noFill/>
            </a:ln>
          </p:spPr>
          <p:txBody>
            <a:bodyPr spcFirstLastPara="1" wrap="square" lIns="45725" tIns="45725" rIns="45725" bIns="45725" anchor="ctr" anchorCtr="0">
              <a:noAutofit/>
            </a:bodyPr>
            <a:lstStyle/>
            <a:p>
              <a:pPr marL="0" marR="0" lvl="0" indent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00"/>
                <a:buFont typeface="Arial"/>
                <a:buNone/>
                <a:defRPr/>
              </a:pPr>
              <a:endParaRPr sz="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</a:endParaRPr>
            </a:p>
          </p:txBody>
        </p:sp>
        <p:sp>
          <p:nvSpPr>
            <p:cNvPr id="127" name="Google Shape;127;p27"/>
            <p:cNvSpPr/>
            <p:nvPr/>
          </p:nvSpPr>
          <p:spPr bwMode="auto">
            <a:xfrm>
              <a:off x="238125" y="2432825"/>
              <a:ext cx="372325" cy="372325"/>
            </a:xfrm>
            <a:custGeom>
              <a:avLst/>
              <a:gdLst/>
              <a:ahLst/>
              <a:cxnLst/>
              <a:rect l="l" t="t" r="r" b="b"/>
              <a:pathLst>
                <a:path w="14893" h="14893" fill="norm" stroke="1" extrusionOk="0">
                  <a:moveTo>
                    <a:pt x="14893" y="7447"/>
                  </a:moveTo>
                  <a:cubicBezTo>
                    <a:pt x="14893" y="3351"/>
                    <a:pt x="11542" y="0"/>
                    <a:pt x="7446" y="0"/>
                  </a:cubicBezTo>
                  <a:cubicBezTo>
                    <a:pt x="3351" y="0"/>
                    <a:pt x="0" y="3351"/>
                    <a:pt x="0" y="7447"/>
                  </a:cubicBezTo>
                  <a:cubicBezTo>
                    <a:pt x="0" y="11542"/>
                    <a:pt x="3351" y="14893"/>
                    <a:pt x="7446" y="14893"/>
                  </a:cubicBezTo>
                  <a:cubicBezTo>
                    <a:pt x="7632" y="14893"/>
                    <a:pt x="7819" y="14893"/>
                    <a:pt x="8005" y="14893"/>
                  </a:cubicBezTo>
                  <a:cubicBezTo>
                    <a:pt x="8284" y="11170"/>
                    <a:pt x="11169" y="8284"/>
                    <a:pt x="14799" y="8005"/>
                  </a:cubicBezTo>
                  <a:cubicBezTo>
                    <a:pt x="14799" y="7819"/>
                    <a:pt x="14893" y="7633"/>
                    <a:pt x="14893" y="7447"/>
                  </a:cubicBezTo>
                  <a:close/>
                </a:path>
              </a:pathLst>
            </a:custGeom>
            <a:solidFill>
              <a:srgbClr val="F3F4F7"/>
            </a:solidFill>
            <a:ln>
              <a:noFill/>
            </a:ln>
          </p:spPr>
          <p:txBody>
            <a:bodyPr spcFirstLastPara="1" wrap="square" lIns="45725" tIns="45725" rIns="45725" bIns="45725" anchor="ctr" anchorCtr="0">
              <a:noAutofit/>
            </a:bodyPr>
            <a:lstStyle/>
            <a:p>
              <a:pPr marL="0" marR="0" lvl="0" indent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00"/>
                <a:buFont typeface="Arial"/>
                <a:buNone/>
                <a:defRPr/>
              </a:pPr>
              <a:endParaRPr sz="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</a:endParaRPr>
            </a:p>
          </p:txBody>
        </p:sp>
        <p:sp>
          <p:nvSpPr>
            <p:cNvPr id="128" name="Google Shape;128;p27"/>
            <p:cNvSpPr/>
            <p:nvPr/>
          </p:nvSpPr>
          <p:spPr bwMode="auto">
            <a:xfrm>
              <a:off x="645325" y="2432825"/>
              <a:ext cx="372350" cy="372325"/>
            </a:xfrm>
            <a:custGeom>
              <a:avLst/>
              <a:gdLst/>
              <a:ahLst/>
              <a:cxnLst/>
              <a:rect l="l" t="t" r="r" b="b"/>
              <a:pathLst>
                <a:path w="14894" h="14893" fill="norm" stroke="1" extrusionOk="0">
                  <a:moveTo>
                    <a:pt x="6516" y="14800"/>
                  </a:moveTo>
                  <a:cubicBezTo>
                    <a:pt x="6795" y="14893"/>
                    <a:pt x="7075" y="14893"/>
                    <a:pt x="7447" y="14893"/>
                  </a:cubicBezTo>
                  <a:cubicBezTo>
                    <a:pt x="11542" y="14893"/>
                    <a:pt x="14893" y="11542"/>
                    <a:pt x="14893" y="7447"/>
                  </a:cubicBezTo>
                  <a:cubicBezTo>
                    <a:pt x="14893" y="3351"/>
                    <a:pt x="11542" y="0"/>
                    <a:pt x="7447" y="0"/>
                  </a:cubicBezTo>
                  <a:cubicBezTo>
                    <a:pt x="3351" y="0"/>
                    <a:pt x="1" y="3351"/>
                    <a:pt x="1" y="7447"/>
                  </a:cubicBezTo>
                  <a:cubicBezTo>
                    <a:pt x="1" y="7633"/>
                    <a:pt x="1" y="7819"/>
                    <a:pt x="1" y="8005"/>
                  </a:cubicBezTo>
                  <a:cubicBezTo>
                    <a:pt x="3538" y="8470"/>
                    <a:pt x="6237" y="11263"/>
                    <a:pt x="6516" y="14800"/>
                  </a:cubicBezTo>
                  <a:close/>
                </a:path>
              </a:pathLst>
            </a:custGeom>
            <a:solidFill>
              <a:srgbClr val="F3F4F7"/>
            </a:solidFill>
            <a:ln>
              <a:noFill/>
            </a:ln>
          </p:spPr>
          <p:txBody>
            <a:bodyPr spcFirstLastPara="1" wrap="square" lIns="45725" tIns="45725" rIns="45725" bIns="45725" anchor="ctr" anchorCtr="0">
              <a:noAutofit/>
            </a:bodyPr>
            <a:lstStyle/>
            <a:p>
              <a:pPr marL="0" marR="0" lvl="0" indent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00"/>
                <a:buFont typeface="Arial"/>
                <a:buNone/>
                <a:defRPr/>
              </a:pPr>
              <a:endParaRPr sz="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</a:endParaRPr>
            </a:p>
          </p:txBody>
        </p:sp>
        <p:sp>
          <p:nvSpPr>
            <p:cNvPr id="129" name="Google Shape;129;p27"/>
            <p:cNvSpPr/>
            <p:nvPr/>
          </p:nvSpPr>
          <p:spPr bwMode="auto">
            <a:xfrm>
              <a:off x="645325" y="2842375"/>
              <a:ext cx="372350" cy="372325"/>
            </a:xfrm>
            <a:custGeom>
              <a:avLst/>
              <a:gdLst/>
              <a:ahLst/>
              <a:cxnLst/>
              <a:rect l="l" t="t" r="r" b="b"/>
              <a:pathLst>
                <a:path w="14894" h="14893" fill="norm" stroke="1" extrusionOk="0">
                  <a:moveTo>
                    <a:pt x="94" y="6422"/>
                  </a:moveTo>
                  <a:cubicBezTo>
                    <a:pt x="1" y="6795"/>
                    <a:pt x="1" y="7074"/>
                    <a:pt x="1" y="7446"/>
                  </a:cubicBezTo>
                  <a:cubicBezTo>
                    <a:pt x="1" y="11542"/>
                    <a:pt x="3351" y="14892"/>
                    <a:pt x="7447" y="14892"/>
                  </a:cubicBezTo>
                  <a:cubicBezTo>
                    <a:pt x="11542" y="14892"/>
                    <a:pt x="14893" y="11542"/>
                    <a:pt x="14893" y="7446"/>
                  </a:cubicBezTo>
                  <a:cubicBezTo>
                    <a:pt x="14893" y="3258"/>
                    <a:pt x="11542" y="0"/>
                    <a:pt x="7447" y="0"/>
                  </a:cubicBezTo>
                  <a:cubicBezTo>
                    <a:pt x="7075" y="0"/>
                    <a:pt x="6795" y="0"/>
                    <a:pt x="6423" y="0"/>
                  </a:cubicBezTo>
                  <a:cubicBezTo>
                    <a:pt x="6051" y="3351"/>
                    <a:pt x="3351" y="6050"/>
                    <a:pt x="94" y="6422"/>
                  </a:cubicBezTo>
                  <a:close/>
                </a:path>
              </a:pathLst>
            </a:custGeom>
            <a:solidFill>
              <a:srgbClr val="F3F4F7"/>
            </a:solidFill>
            <a:ln>
              <a:noFill/>
            </a:ln>
          </p:spPr>
          <p:txBody>
            <a:bodyPr spcFirstLastPara="1" wrap="square" lIns="45725" tIns="45725" rIns="45725" bIns="45725" anchor="ctr" anchorCtr="0">
              <a:noAutofit/>
            </a:bodyPr>
            <a:lstStyle/>
            <a:p>
              <a:pPr marL="0" marR="0" lvl="0" indent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00"/>
                <a:buFont typeface="Arial"/>
                <a:buNone/>
                <a:defRPr/>
              </a:pPr>
              <a:endParaRPr sz="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</a:endParaRPr>
            </a:p>
          </p:txBody>
        </p:sp>
      </p:grpSp>
      <p:sp>
        <p:nvSpPr>
          <p:cNvPr id="130" name="Google Shape;130;p27"/>
          <p:cNvSpPr txBox="1"/>
          <p:nvPr/>
        </p:nvSpPr>
        <p:spPr bwMode="auto">
          <a:xfrm>
            <a:off x="319074" y="294016"/>
            <a:ext cx="8566500" cy="3931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indent="0" algn="l">
              <a:lnSpc>
                <a:spcPct val="80000"/>
              </a:lnSpc>
              <a:spcBef>
                <a:spcPts val="0"/>
              </a:spcBef>
              <a:spcAft>
                <a:spcPts val="300"/>
              </a:spcAft>
              <a:buClr>
                <a:schemeClr val="dk1"/>
              </a:buClr>
              <a:buSzPts val="4800"/>
              <a:buFont typeface="Arial"/>
              <a:buNone/>
              <a:defRPr/>
            </a:pPr>
            <a:r>
              <a:rPr sz="1400" b="1">
                <a:solidFill>
                  <a:srgbClr val="2E5BFF"/>
                </a:solidFill>
                <a:latin typeface="Proxima Nova"/>
              </a:rPr>
              <a:t>Цель задания</a:t>
            </a:r>
            <a:endParaRPr sz="4800" b="1">
              <a:solidFill>
                <a:schemeClr val="lt1"/>
              </a:solidFill>
              <a:latin typeface="Proxima Nova"/>
              <a:ea typeface="Proxima Nova"/>
              <a:cs typeface="Proxima Nova"/>
            </a:endParaRPr>
          </a:p>
          <a:p>
            <a:pPr lvl="1" algn="l">
              <a:spcAft>
                <a:spcPts val="300"/>
              </a:spcAft>
            </a:pPr>
            <a:r>
              <a:rPr sz="1200" b="0">
                <a:solidFill>
                  <a:srgbClr val="22262E"/>
                </a:solidFill>
                <a:latin typeface="Proxima Nova"/>
              </a:rPr>
              <a:t>Реализовать полный цикл ML: сбор и обработка данных → обучение модели → упаковка в микросервис → публикация → защита.</a:t>
            </a:r>
          </a:p>
          <a:p>
            <a:pPr lvl="1" algn="l">
              <a:spcAft>
                <a:spcPts val="300"/>
              </a:spcAft>
            </a:pPr>
            <a:r>
              <a:rPr sz="600" b="0">
                <a:solidFill>
                  <a:srgbClr val="22262E"/>
                </a:solidFill>
                <a:latin typeface="Proxima Nova"/>
              </a:rPr>
              <a:t/>
            </a:r>
          </a:p>
          <a:p>
            <a:pPr algn="l">
              <a:spcAft>
                <a:spcPts val="300"/>
              </a:spcAft>
            </a:pPr>
            <a:r>
              <a:rPr sz="1400" b="1">
                <a:solidFill>
                  <a:srgbClr val="2E5BFF"/>
                </a:solidFill>
                <a:latin typeface="Proxima Nova"/>
              </a:rPr>
              <a:t>Что сделано</a:t>
            </a:r>
          </a:p>
          <a:p>
            <a:pPr lvl="1" algn="l">
              <a:spcAft>
                <a:spcPts val="300"/>
              </a:spcAft>
            </a:pPr>
            <a:r>
              <a:rPr sz="1200" b="0">
                <a:solidFill>
                  <a:srgbClr val="22262E"/>
                </a:solidFill>
                <a:latin typeface="Proxima Nova"/>
              </a:rPr>
              <a:t>•  Собраны три независимых корпуса писем (SpamAssassin, Ling-Spam, SpamBase) и тестовый набор из задания — 9 055 обучающих и 1 545 тестовых писем.</a:t>
            </a:r>
          </a:p>
          <a:p>
            <a:pPr lvl="1" algn="l">
              <a:spcAft>
                <a:spcPts val="300"/>
              </a:spcAft>
            </a:pPr>
            <a:r>
              <a:rPr sz="1200" b="0">
                <a:solidFill>
                  <a:srgbClr val="22262E"/>
                </a:solidFill>
                <a:latin typeface="Proxima Nova"/>
              </a:rPr>
              <a:t>•  Обучена NLP-модель: TF-IDF (слова + символьные n-граммы), четыре базовые модели и стекинг; F1 = 0.977 на кросс-валидации.</a:t>
            </a:r>
          </a:p>
          <a:p>
            <a:pPr lvl="1" algn="l">
              <a:spcAft>
                <a:spcPts val="300"/>
              </a:spcAft>
            </a:pPr>
            <a:r>
              <a:rPr sz="1200" b="0">
                <a:solidFill>
                  <a:srgbClr val="22262E"/>
                </a:solidFill>
                <a:latin typeface="Proxima Nova"/>
              </a:rPr>
              <a:t>•  Модель упакована в микросервис FastAPI + Docker, проверена в контейнере.</a:t>
            </a:r>
          </a:p>
          <a:p>
            <a:pPr lvl="1" algn="l">
              <a:spcAft>
                <a:spcPts val="300"/>
              </a:spcAft>
            </a:pPr>
            <a:r>
              <a:rPr sz="1200" b="0">
                <a:solidFill>
                  <a:srgbClr val="22262E"/>
                </a:solidFill>
                <a:latin typeface="Proxima Nova"/>
              </a:rPr>
              <a:t>•  Дополнительно решена задача категоризации письма (6 категорий + «прочее»).</a:t>
            </a:r>
          </a:p>
          <a:p>
            <a:pPr lvl="1" algn="l">
              <a:spcAft>
                <a:spcPts val="300"/>
              </a:spcAft>
            </a:pPr>
            <a:r>
              <a:rPr sz="600" b="0">
                <a:solidFill>
                  <a:srgbClr val="22262E"/>
                </a:solidFill>
                <a:latin typeface="Proxima Nova"/>
              </a:rPr>
              <a:t/>
            </a:r>
          </a:p>
          <a:p>
            <a:pPr algn="l">
              <a:spcAft>
                <a:spcPts val="300"/>
              </a:spcAft>
            </a:pPr>
            <a:r>
              <a:rPr sz="1200" b="1">
                <a:solidFill>
                  <a:srgbClr val="0E8A74"/>
                </a:solidFill>
                <a:latin typeface="Proxima Nova"/>
              </a:rPr>
              <a:t>Ключевое требование задания — минимизировать ложные срабатывания: на тестовом наборе precision = 0.989 при 10 ложных срабатываниях из 590 нормальных писем.</a:t>
            </a:r>
          </a:p>
        </p:txBody>
      </p:sp>
      <p:sp>
        <p:nvSpPr>
          <p:cNvPr id="131" name="Google Shape;131;p27"/>
          <p:cNvSpPr txBox="1"/>
          <p:nvPr/>
        </p:nvSpPr>
        <p:spPr bwMode="auto">
          <a:xfrm>
            <a:off x="351627" y="4195000"/>
            <a:ext cx="4709400" cy="62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45725" bIns="0" anchor="b" anchorCtr="0">
            <a:noAutofit/>
          </a:bodyPr>
          <a:lstStyle/>
          <a:p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/>
            </a:pPr>
            <a:endParaRPr sz="1300">
              <a:solidFill>
                <a:schemeClr val="lt1"/>
              </a:solidFill>
              <a:latin typeface="Proxima Nova"/>
              <a:ea typeface="Proxima Nova"/>
              <a:cs typeface="Proxima Nova"/>
            </a:endParaRPr>
          </a:p>
          <a:p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/>
            </a:pPr>
            <a:endParaRPr sz="1300">
              <a:solidFill>
                <a:schemeClr val="lt1"/>
              </a:solidFill>
              <a:latin typeface="Proxima Nova"/>
              <a:ea typeface="Proxima Nova"/>
              <a:cs typeface="Proxima Nova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7" name="Google Shape;137;p28"/>
          <p:cNvSpPr/>
          <p:nvPr/>
        </p:nvSpPr>
        <p:spPr bwMode="auto">
          <a:xfrm>
            <a:off x="358007" y="867750"/>
            <a:ext cx="8430300" cy="39146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/>
            </a:pPr>
            <a:r>
              <a:rPr lang="en-US" sz="1700">
                <a:solidFill>
                  <a:schemeClr val="dk1"/>
                </a:solidFill>
              </a:rPr>
              <a:t>Разработать модель машинного обучения (с использованием методов NLP), которая сможет с высокой долей вероятности распознавать спам</a:t>
            </a:r>
            <a:endParaRPr sz="1700">
              <a:solidFill>
                <a:schemeClr val="dk1"/>
              </a:solidFill>
            </a:endParaRPr>
          </a:p>
          <a:p>
            <a:pPr marL="0" lvl="0" indent="0" algn="l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/>
            </a:pPr>
            <a:endParaRPr sz="1700">
              <a:solidFill>
                <a:schemeClr val="dk1"/>
              </a:solidFill>
              <a:highlight>
                <a:srgbClr val="FFFF00"/>
              </a:highlight>
            </a:endParaRPr>
          </a:p>
          <a:p>
            <a:pPr marL="0" lvl="0" indent="0" algn="l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1700">
                <a:solidFill>
                  <a:schemeClr val="dk1"/>
                </a:solidFill>
              </a:rPr>
              <a:t>*Разработать дополнительную модель, которая сможет определять категорию текста письма в формате: реклама, предложение работы, знакомства и т.д. </a:t>
            </a:r>
            <a:endParaRPr sz="1700">
              <a:solidFill>
                <a:schemeClr val="dk1"/>
              </a:solidFill>
            </a:endParaRPr>
          </a:p>
          <a:p>
            <a:pPr marL="0" lvl="0" indent="0" algn="l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endParaRPr sz="1700">
              <a:solidFill>
                <a:schemeClr val="dk1"/>
              </a:solidFill>
            </a:endParaRPr>
          </a:p>
          <a:p>
            <a:pPr marL="0" lvl="0" indent="0" algn="l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endParaRPr sz="1700">
              <a:solidFill>
                <a:schemeClr val="dk1"/>
              </a:solidFill>
            </a:endParaRPr>
          </a:p>
          <a:p>
            <a:pPr marL="0" lvl="0" indent="0" algn="l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endParaRPr sz="1700">
              <a:solidFill>
                <a:schemeClr val="dk1"/>
              </a:solidFill>
            </a:endParaRPr>
          </a:p>
          <a:p>
            <a:pPr marL="0" lvl="0" indent="0" algn="l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endParaRPr sz="1700">
              <a:solidFill>
                <a:schemeClr val="dk1"/>
              </a:solidFill>
            </a:endParaRPr>
          </a:p>
          <a:p>
            <a:pPr marL="0" lvl="0" indent="0" algn="l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endParaRPr sz="1700">
              <a:solidFill>
                <a:schemeClr val="dk1"/>
              </a:solidFill>
            </a:endParaRPr>
          </a:p>
          <a:p>
            <a:pPr marL="0" lvl="0" indent="0" algn="l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/>
            </a:pPr>
            <a:endParaRPr sz="1700">
              <a:solidFill>
                <a:schemeClr val="dk1"/>
              </a:solidFill>
            </a:endParaRPr>
          </a:p>
          <a:p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endParaRPr sz="1800">
              <a:solidFill>
                <a:schemeClr val="dk1"/>
              </a:solidFill>
              <a:latin typeface="Proxima Nova"/>
              <a:ea typeface="Proxima Nova"/>
              <a:cs typeface="Proxima Nova"/>
            </a:endParaRPr>
          </a:p>
        </p:txBody>
      </p:sp>
      <p:sp>
        <p:nvSpPr>
          <p:cNvPr id="138" name="Google Shape;138;p28"/>
          <p:cNvSpPr/>
          <p:nvPr/>
        </p:nvSpPr>
        <p:spPr bwMode="auto">
          <a:xfrm>
            <a:off x="348405" y="258215"/>
            <a:ext cx="8523000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/>
            </a:pPr>
            <a:r>
              <a:rPr lang="en-US" sz="2800" b="1">
                <a:solidFill>
                  <a:schemeClr val="dk1"/>
                </a:solidFill>
                <a:latin typeface="Proxima Nova"/>
                <a:ea typeface="Proxima Nova"/>
                <a:cs typeface="Proxima Nova"/>
              </a:rPr>
              <a:t>Задание </a:t>
            </a:r>
            <a:r>
              <a:rPr lang="en-US" sz="2800" b="1">
                <a:solidFill>
                  <a:schemeClr val="dk1"/>
                </a:solidFill>
                <a:latin typeface="Proxima Nova"/>
                <a:ea typeface="Proxima Nova"/>
                <a:cs typeface="Proxima Nova"/>
              </a:rPr>
              <a:t>(</a:t>
            </a:r>
            <a:r>
              <a:rPr lang="en-US" sz="1900" b="1">
                <a:solidFill>
                  <a:schemeClr val="dk1"/>
                </a:solidFill>
              </a:rPr>
              <a:t>выполняется в команде)</a:t>
            </a:r>
            <a:endParaRPr sz="1600" b="1" i="0" u="none" strike="noStrike" cap="none">
              <a:solidFill>
                <a:srgbClr val="000000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4" name="Google Shape;144;p29"/>
          <p:cNvSpPr/>
          <p:nvPr/>
        </p:nvSpPr>
        <p:spPr bwMode="auto">
          <a:xfrm>
            <a:off x="358007" y="867750"/>
            <a:ext cx="8430300" cy="3931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indent="0" algn="l">
              <a:spcBef>
                <a:spcPts val="1100"/>
              </a:spcBef>
              <a:spcAft>
                <a:spcPts val="300"/>
              </a:spcAft>
              <a:buNone/>
              <a:defRPr/>
            </a:pPr>
            <a:r>
              <a:rPr sz="1200" b="1">
                <a:solidFill>
                  <a:srgbClr val="22262E"/>
                </a:solidFill>
                <a:latin typeface="Proxima Nova"/>
              </a:rPr>
              <a:t>•  ML инженер</a:t>
            </a:r>
            <a:endParaRPr sz="1700">
              <a:solidFill>
                <a:schemeClr val="dk1"/>
              </a:solidFill>
              <a:highlight>
                <a:schemeClr val="lt1"/>
              </a:highlight>
              <a:latin typeface="Proxima Nova"/>
              <a:ea typeface="Proxima Nova"/>
              <a:cs typeface="Proxima Nova"/>
            </a:endParaRPr>
          </a:p>
          <a:p>
            <a:pPr lvl="1" algn="l">
              <a:spcAft>
                <a:spcPts val="300"/>
              </a:spcAft>
            </a:pPr>
            <a:r>
              <a:rPr sz="1150" b="0">
                <a:solidFill>
                  <a:srgbClr val="5B5F6B"/>
                </a:solidFill>
                <a:latin typeface="Proxima Nova"/>
              </a:rPr>
              <a:t>упаковка модели, микросервис FastAPI, Docker, healthcheck, контракт API</a:t>
            </a:r>
          </a:p>
          <a:p>
            <a:pPr algn="l">
              <a:spcAft>
                <a:spcPts val="300"/>
              </a:spcAft>
            </a:pPr>
            <a:r>
              <a:rPr sz="1200" b="1">
                <a:solidFill>
                  <a:srgbClr val="22262E"/>
                </a:solidFill>
                <a:latin typeface="Proxima Nova"/>
              </a:rPr>
              <a:t>•  Data Engineer</a:t>
            </a:r>
          </a:p>
          <a:p>
            <a:pPr lvl="1" algn="l">
              <a:spcAft>
                <a:spcPts val="300"/>
              </a:spcAft>
            </a:pPr>
            <a:r>
              <a:rPr sz="1150" b="0">
                <a:solidFill>
                  <a:srgbClr val="5B5F6B"/>
                </a:solidFill>
                <a:latin typeface="Proxima Nova"/>
              </a:rPr>
              <a:t>сбор корпусов, разбор MIME и HTML, дедупликация, сборка датасета</a:t>
            </a:r>
          </a:p>
          <a:p>
            <a:pPr algn="l">
              <a:spcAft>
                <a:spcPts val="300"/>
              </a:spcAft>
            </a:pPr>
            <a:r>
              <a:rPr sz="1200" b="1">
                <a:solidFill>
                  <a:srgbClr val="22262E"/>
                </a:solidFill>
                <a:latin typeface="Proxima Nova"/>
              </a:rPr>
              <a:t>•  Data Scientist</a:t>
            </a:r>
          </a:p>
          <a:p>
            <a:pPr lvl="1" algn="l">
              <a:spcAft>
                <a:spcPts val="300"/>
              </a:spcAft>
            </a:pPr>
            <a:r>
              <a:rPr sz="1150" b="0">
                <a:solidFill>
                  <a:srgbClr val="5B5F6B"/>
                </a:solidFill>
                <a:latin typeface="Proxima Nova"/>
              </a:rPr>
              <a:t>признаки, обучение базовых моделей, стекинг, кросс-валидация, порог</a:t>
            </a:r>
          </a:p>
          <a:p>
            <a:pPr algn="l">
              <a:spcAft>
                <a:spcPts val="300"/>
              </a:spcAft>
            </a:pPr>
            <a:r>
              <a:rPr sz="1200" b="1">
                <a:solidFill>
                  <a:srgbClr val="22262E"/>
                </a:solidFill>
                <a:latin typeface="Proxima Nova"/>
              </a:rPr>
              <a:t>•  Аналитик</a:t>
            </a:r>
          </a:p>
          <a:p>
            <a:pPr lvl="1" algn="l">
              <a:spcAft>
                <a:spcPts val="300"/>
              </a:spcAft>
            </a:pPr>
            <a:r>
              <a:rPr sz="1150" b="0">
                <a:solidFill>
                  <a:srgbClr val="5B5F6B"/>
                </a:solidFill>
                <a:latin typeface="Proxima Nova"/>
              </a:rPr>
              <a:t>анализ существующих решений, выбор метрик, разбор ложных срабатываний</a:t>
            </a:r>
          </a:p>
          <a:p>
            <a:pPr algn="l">
              <a:spcAft>
                <a:spcPts val="300"/>
              </a:spcAft>
            </a:pPr>
            <a:r>
              <a:rPr sz="1200" b="1">
                <a:solidFill>
                  <a:srgbClr val="22262E"/>
                </a:solidFill>
                <a:latin typeface="Proxima Nova"/>
              </a:rPr>
              <a:t>•  Менеджер</a:t>
            </a:r>
          </a:p>
          <a:p>
            <a:pPr lvl="1" algn="l">
              <a:spcAft>
                <a:spcPts val="300"/>
              </a:spcAft>
            </a:pPr>
            <a:r>
              <a:rPr sz="1150" b="0">
                <a:solidFill>
                  <a:srgbClr val="5B5F6B"/>
                </a:solidFill>
                <a:latin typeface="Proxima Nova"/>
              </a:rPr>
              <a:t>обоснование подхода, презентация, защита проекта</a:t>
            </a:r>
          </a:p>
        </p:txBody>
      </p:sp>
      <p:sp>
        <p:nvSpPr>
          <p:cNvPr id="145" name="Google Shape;145;p29"/>
          <p:cNvSpPr/>
          <p:nvPr/>
        </p:nvSpPr>
        <p:spPr bwMode="auto">
          <a:xfrm>
            <a:off x="424605" y="258215"/>
            <a:ext cx="8523000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/>
            </a:pPr>
            <a:r>
              <a:rPr lang="en-US" sz="2800" b="1">
                <a:solidFill>
                  <a:schemeClr val="dk1"/>
                </a:solidFill>
                <a:latin typeface="Proxima Nova"/>
                <a:ea typeface="Proxima Nova"/>
                <a:cs typeface="Proxima Nova"/>
              </a:rPr>
              <a:t>Роли участников команд</a:t>
            </a:r>
            <a:r>
              <a:rPr lang="en-US" sz="2800" b="1">
                <a:solidFill>
                  <a:schemeClr val="dk1"/>
                </a:solidFill>
                <a:latin typeface="Proxima Nova"/>
                <a:ea typeface="Proxima Nova"/>
                <a:cs typeface="Proxima Nova"/>
              </a:rPr>
              <a:t>ы*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0" name="Google Shape;150;p30"/>
          <p:cNvSpPr/>
          <p:nvPr/>
        </p:nvSpPr>
        <p:spPr bwMode="auto">
          <a:xfrm>
            <a:off x="342955" y="257292"/>
            <a:ext cx="8523000" cy="40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>
              <a:lnSpc>
                <a:spcPct val="90000"/>
              </a:lnSpc>
              <a:spcBef>
                <a:spcPts val="0"/>
              </a:spcBef>
              <a:spcAft>
                <a:spcPts val="1900"/>
              </a:spcAft>
              <a:buClr>
                <a:srgbClr val="000000"/>
              </a:buClr>
              <a:buSzPts val="2800"/>
              <a:buFont typeface="Arial"/>
              <a:buNone/>
              <a:defRPr/>
            </a:pPr>
            <a:r>
              <a:rPr lang="en-US" sz="2800" b="1">
                <a:latin typeface="Proxima Nova"/>
                <a:ea typeface="Proxima Nova"/>
                <a:cs typeface="Proxima Nova"/>
              </a:rPr>
              <a:t>Роли участни</a:t>
            </a:r>
            <a:r>
              <a:rPr lang="en-US" sz="2800" b="1">
                <a:latin typeface="Proxima Nova"/>
                <a:ea typeface="Proxima Nova"/>
                <a:cs typeface="Proxima Nova"/>
              </a:rPr>
              <a:t>ков команды </a:t>
            </a:r>
            <a:r>
              <a:rPr lang="en-US" sz="2000" b="1">
                <a:latin typeface="Proxima Nova"/>
                <a:ea typeface="Proxima Nova"/>
                <a:cs typeface="Proxima Nova"/>
              </a:rPr>
              <a:t>(продолжение)</a:t>
            </a:r>
            <a:endParaRPr sz="2000" b="1" i="0" u="none" strike="noStrike" cap="none">
              <a:solidFill>
                <a:schemeClr val="dk1"/>
              </a:solidFill>
              <a:latin typeface="Proxima Nova"/>
              <a:ea typeface="Proxima Nova"/>
              <a:cs typeface="Proxima Nova"/>
            </a:endParaRPr>
          </a:p>
        </p:txBody>
      </p:sp>
      <p:sp>
        <p:nvSpPr>
          <p:cNvPr id="151" name="Google Shape;151;p30"/>
          <p:cNvSpPr txBox="1"/>
          <p:nvPr/>
        </p:nvSpPr>
        <p:spPr bwMode="auto">
          <a:xfrm>
            <a:off x="340725" y="867900"/>
            <a:ext cx="7752300" cy="74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>
              <a:lnSpc>
                <a:spcPct val="114999"/>
              </a:lnSpc>
              <a:spcBef>
                <a:spcPts val="1000"/>
              </a:spcBef>
              <a:spcAft>
                <a:spcPts val="1000"/>
              </a:spcAft>
              <a:buNone/>
              <a:defRPr/>
            </a:pPr>
            <a:endParaRPr sz="1700">
              <a:solidFill>
                <a:schemeClr val="dk1"/>
              </a:solidFill>
              <a:latin typeface="Proxima Nova"/>
              <a:ea typeface="Proxima Nova"/>
              <a:cs typeface="Proxima Nova"/>
            </a:endParaRPr>
          </a:p>
        </p:txBody>
      </p:sp>
      <p:graphicFrame>
        <p:nvGraphicFramePr>
          <p:cNvPr id="152" name="Google Shape;152;p30"/>
          <p:cNvGraphicFramePr>
            <a:graphicFrameLocks xmlns:a="http://schemas.openxmlformats.org/drawingml/2006/main"/>
          </p:cNvGraphicFramePr>
          <p:nvPr/>
        </p:nvGraphicFramePr>
        <p:xfrm>
          <a:off x="678650" y="1819595"/>
          <a:ext cx="3000000" cy="3000000"/>
        </p:xfrm>
        <a:graphic>
          <a:graphicData uri="http://schemas.openxmlformats.org/drawingml/2006/table">
            <a:tbl>
              <a:tblPr firstRow="0" firstCol="0" lastRow="0" lastCol="0" bandRow="0" bandCol="0">
                <a:tableStyleId>{99CE2E37-16BC-4408-9B30-6D05F93488BB}</a:tableStyleId>
                <a:noFill/>
              </a:tblPr>
              <a:tblGrid>
                <a:gridCol w="3744125"/>
                <a:gridCol w="3744125"/>
              </a:tblGrid>
              <a:tr h="452825">
                <a:tc>
                  <a:txBody>
                    <a:bodyPr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Proxima Nova"/>
                        </a:rPr>
                        <a:t>Фамилия Имя</a:t>
                      </a:r>
                    </a:p>
                  </a:txBody>
                  <a:tcPr marL="91425" marR="91425" marT="91425" marB="91425"/>
                </a:tc>
                <a:tc>
                  <a:txBody>
                    <a:bodyPr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Proxima Nova"/>
                        </a:rPr>
                        <a:t>Роль и описание работы</a:t>
                      </a:r>
                    </a:p>
                  </a:txBody>
                  <a:tcPr marL="91425" marR="91425" marT="91425" marB="91425"/>
                </a:tc>
              </a:tr>
              <a:tr h="452825">
                <a:tc>
                  <a:txBody>
                    <a:bodyPr/>
                    <a:p>
                      <a:r>
                        <a:rPr sz="1050" b="0">
                          <a:solidFill>
                            <a:srgbClr val="22262E"/>
                          </a:solidFill>
                          <a:latin typeface="Proxima Nova"/>
                        </a:rPr>
                        <a:t>Участник 1</a:t>
                      </a:r>
                    </a:p>
                  </a:txBody>
                  <a:tcPr marL="91425" marR="91425" marT="91425" marB="91425"/>
                </a:tc>
                <a:tc>
                  <a:txBody>
                    <a:bodyPr/>
                    <a:p>
                      <a:r>
                        <a:rPr sz="1050" b="0">
                          <a:solidFill>
                            <a:srgbClr val="22262E"/>
                          </a:solidFill>
                          <a:latin typeface="Proxima Nova"/>
                        </a:rPr>
                        <a:t>ML инженер — микросервис FastAPI, Docker, healthcheck, контракт API</a:t>
                      </a:r>
                    </a:p>
                  </a:txBody>
                  <a:tcPr marL="91425" marR="91425" marT="91425" marB="91425"/>
                </a:tc>
              </a:tr>
              <a:tr h="435450">
                <a:tc>
                  <a:txBody>
                    <a:bodyPr/>
                    <a:p>
                      <a:r>
                        <a:rPr sz="1050" b="0">
                          <a:solidFill>
                            <a:srgbClr val="22262E"/>
                          </a:solidFill>
                          <a:latin typeface="Proxima Nova"/>
                        </a:rPr>
                        <a:t>Участник 2</a:t>
                      </a:r>
                    </a:p>
                  </a:txBody>
                  <a:tcPr marL="91425" marR="91425" marT="91425" marB="91425"/>
                </a:tc>
                <a:tc>
                  <a:txBody>
                    <a:bodyPr/>
                    <a:p>
                      <a:r>
                        <a:rPr sz="1050" b="0">
                          <a:solidFill>
                            <a:srgbClr val="22262E"/>
                          </a:solidFill>
                          <a:latin typeface="Proxima Nova"/>
                        </a:rPr>
                        <a:t>Data Engineer — сбор трёх корпусов, разбор MIME и HTML, дедупликация</a:t>
                      </a:r>
                    </a:p>
                  </a:txBody>
                  <a:tcPr marL="91425" marR="91425" marT="91425" marB="91425"/>
                </a:tc>
              </a:tr>
              <a:tr h="435450">
                <a:tc>
                  <a:txBody>
                    <a:bodyPr/>
                    <a:p>
                      <a:r>
                        <a:rPr sz="1050" b="0">
                          <a:solidFill>
                            <a:srgbClr val="22262E"/>
                          </a:solidFill>
                          <a:latin typeface="Proxima Nova"/>
                        </a:rPr>
                        <a:t>Участник 3</a:t>
                      </a:r>
                    </a:p>
                  </a:txBody>
                  <a:tcPr marL="91425" marR="91425" marT="91425" marB="91425"/>
                </a:tc>
                <a:tc>
                  <a:txBody>
                    <a:bodyPr/>
                    <a:p>
                      <a:r>
                        <a:rPr sz="1050" b="0">
                          <a:solidFill>
                            <a:srgbClr val="22262E"/>
                          </a:solidFill>
                          <a:latin typeface="Proxima Nova"/>
                        </a:rPr>
                        <a:t>Data Scientist — признаки, 4 базовые модели, стекинг, кросс-валидация</a:t>
                      </a:r>
                    </a:p>
                  </a:txBody>
                  <a:tcPr marL="91425" marR="91425" marT="91425" marB="91425"/>
                </a:tc>
              </a:tr>
              <a:tr h="387225">
                <a:tc>
                  <a:txBody>
                    <a:bodyPr/>
                    <a:p>
                      <a:r>
                        <a:rPr sz="1050" b="0">
                          <a:solidFill>
                            <a:srgbClr val="22262E"/>
                          </a:solidFill>
                          <a:latin typeface="Proxima Nova"/>
                        </a:rPr>
                        <a:t>Участник 4</a:t>
                      </a:r>
                    </a:p>
                  </a:txBody>
                  <a:tcPr marL="91425" marR="91425" marT="91425" marB="91425"/>
                </a:tc>
                <a:tc>
                  <a:txBody>
                    <a:bodyPr/>
                    <a:p>
                      <a:r>
                        <a:rPr sz="1050" b="0">
                          <a:solidFill>
                            <a:srgbClr val="22262E"/>
                          </a:solidFill>
                          <a:latin typeface="Proxima Nova"/>
                        </a:rPr>
                        <a:t>Аналитик и менеджер — анализ решений, метрики, разбор ошибок, защита</a:t>
                      </a:r>
                    </a:p>
                  </a:txBody>
                  <a:tcPr marL="91425" marR="91425" marT="91425" marB="91425"/>
                </a:tc>
              </a:tr>
            </a:tbl>
          </a:graphicData>
        </a:graphic>
      </p:graphicFrame>
      <p:sp>
        <p:nvSpPr>
          <p:cNvPr id="153" name="TextBox 152"/>
          <p:cNvSpPr txBox="1"/>
          <p:nvPr/>
        </p:nvSpPr>
        <p:spPr>
          <a:xfrm>
            <a:off x="356616" y="4160520"/>
            <a:ext cx="8412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0">
                <a:solidFill>
                  <a:srgbClr val="5B5F6B"/>
                </a:solidFill>
                <a:latin typeface="Proxima Nova"/>
              </a:rPr>
              <a:t>Фамилии участников и распределение ролей заполняются по факту состава команды.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8" name="Google Shape;158;p31"/>
          <p:cNvSpPr/>
          <p:nvPr/>
        </p:nvSpPr>
        <p:spPr bwMode="auto">
          <a:xfrm>
            <a:off x="358007" y="867750"/>
            <a:ext cx="8430300" cy="3931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457200" indent="-336550"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dk1"/>
              </a:buClr>
              <a:buSzPts val="1700"/>
              <a:buFont typeface="Proxima Nova"/>
              <a:buAutoNum type="arabicPeriod"/>
              <a:defRPr/>
            </a:pPr>
            <a:r>
              <a:rPr sz="1300" b="1">
                <a:solidFill>
                  <a:srgbClr val="2E5BFF"/>
                </a:solidFill>
                <a:latin typeface="Proxima Nova"/>
              </a:rPr>
              <a:t>Этапы задания и статус</a:t>
            </a:r>
            <a:endParaRPr sz="1700">
              <a:solidFill>
                <a:schemeClr val="dk1"/>
              </a:solidFill>
              <a:latin typeface="Proxima Nova"/>
              <a:ea typeface="Proxima Nova"/>
              <a:cs typeface="Proxima Nova"/>
            </a:endParaRPr>
          </a:p>
          <a:p>
            <a:pPr algn="l">
              <a:spcAft>
                <a:spcPts val="300"/>
              </a:spcAft>
            </a:pPr>
            <a:r>
              <a:rPr sz="400" b="0">
                <a:solidFill>
                  <a:srgbClr val="22262E"/>
                </a:solidFill>
                <a:latin typeface="Proxima Nova"/>
              </a:rPr>
              <a:t/>
            </a:r>
          </a:p>
          <a:p>
            <a:pPr algn="l">
              <a:spcAft>
                <a:spcPts val="300"/>
              </a:spcAft>
            </a:pPr>
            <a:r>
              <a:rPr sz="1150" b="0">
                <a:solidFill>
                  <a:srgbClr val="22262E"/>
                </a:solidFill>
                <a:latin typeface="Proxima Nova"/>
              </a:rPr>
              <a:t>•  Этап 1. Сбор и обработка данных — выполнено: три корпуса, 9 055 писем, единый формат, дедупликация.</a:t>
            </a:r>
          </a:p>
          <a:p>
            <a:pPr algn="l">
              <a:spcAft>
                <a:spcPts val="300"/>
              </a:spcAft>
            </a:pPr>
            <a:r>
              <a:rPr sz="1150" b="0">
                <a:solidFill>
                  <a:srgbClr val="22262E"/>
                </a:solidFill>
                <a:latin typeface="Proxima Nova"/>
              </a:rPr>
              <a:t>•  Этап 2. Обучение модели — выполнено: кросс-валидация F1 = 0.977, тест из задания F1 = 0.941, precision 0.989.</a:t>
            </a:r>
          </a:p>
          <a:p>
            <a:pPr algn="l">
              <a:spcAft>
                <a:spcPts val="300"/>
              </a:spcAft>
            </a:pPr>
            <a:r>
              <a:rPr sz="1150" b="0">
                <a:solidFill>
                  <a:srgbClr val="22262E"/>
                </a:solidFill>
                <a:latin typeface="Proxima Nova"/>
              </a:rPr>
              <a:t>•  Этап 3. Упаковка — выполнено: Docker + FastAPI, образ 796 МБ, healthcheck.</a:t>
            </a:r>
          </a:p>
          <a:p>
            <a:pPr algn="l">
              <a:spcAft>
                <a:spcPts val="300"/>
              </a:spcAft>
            </a:pPr>
            <a:r>
              <a:rPr sz="1150" b="0">
                <a:solidFill>
                  <a:srgbClr val="22262E"/>
                </a:solidFill>
                <a:latin typeface="Proxima Nova"/>
              </a:rPr>
              <a:t>•  Этап 4. Публикация — выполнено: контейнер запущен и проверен, инструкция развёртывания в репозитории.</a:t>
            </a:r>
          </a:p>
          <a:p>
            <a:pPr algn="l">
              <a:spcAft>
                <a:spcPts val="300"/>
              </a:spcAft>
            </a:pPr>
            <a:r>
              <a:rPr sz="1150" b="0">
                <a:solidFill>
                  <a:srgbClr val="22262E"/>
                </a:solidFill>
                <a:latin typeface="Proxima Nova"/>
              </a:rPr>
              <a:t>•  Этап 5. Презентация — этот документ.</a:t>
            </a:r>
          </a:p>
          <a:p>
            <a:pPr algn="l">
              <a:spcAft>
                <a:spcPts val="300"/>
              </a:spcAft>
            </a:pPr>
            <a:r>
              <a:rPr sz="1150" b="0">
                <a:solidFill>
                  <a:srgbClr val="22262E"/>
                </a:solidFill>
                <a:latin typeface="Proxima Nova"/>
              </a:rPr>
              <a:t>•  Этап 6. Ссылка на код — https://github.com/Andrey123654/antispam-ml</a:t>
            </a:r>
          </a:p>
        </p:txBody>
      </p:sp>
      <p:sp>
        <p:nvSpPr>
          <p:cNvPr id="159" name="Google Shape;159;p31"/>
          <p:cNvSpPr/>
          <p:nvPr/>
        </p:nvSpPr>
        <p:spPr bwMode="auto">
          <a:xfrm>
            <a:off x="348405" y="258215"/>
            <a:ext cx="8523000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/>
            </a:pPr>
            <a:r>
              <a:rPr lang="en-US" sz="2800" b="1">
                <a:solidFill>
                  <a:schemeClr val="dk1"/>
                </a:solidFill>
                <a:latin typeface="Proxima Nova"/>
                <a:ea typeface="Proxima Nova"/>
                <a:cs typeface="Proxima Nova"/>
              </a:rPr>
              <a:t>Регламент выполнения задания</a:t>
            </a:r>
            <a:endParaRPr sz="1600" b="1" i="0" u="none" strike="noStrike" cap="none">
              <a:solidFill>
                <a:srgbClr val="000000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164" name="Google Shape;164;p32"/>
          <p:cNvGrpSpPr/>
          <p:nvPr/>
        </p:nvGrpSpPr>
        <p:grpSpPr bwMode="auto">
          <a:xfrm>
            <a:off x="8549243" y="4536459"/>
            <a:ext cx="258577" cy="265368"/>
            <a:chOff x="238125" y="2432825"/>
            <a:chExt cx="779549" cy="781875"/>
          </a:xfrm>
        </p:grpSpPr>
        <p:sp>
          <p:nvSpPr>
            <p:cNvPr id="165" name="Google Shape;165;p32"/>
            <p:cNvSpPr/>
            <p:nvPr/>
          </p:nvSpPr>
          <p:spPr bwMode="auto">
            <a:xfrm>
              <a:off x="238125" y="2842375"/>
              <a:ext cx="372325" cy="372325"/>
            </a:xfrm>
            <a:custGeom>
              <a:avLst/>
              <a:gdLst/>
              <a:ahLst/>
              <a:cxnLst/>
              <a:rect l="l" t="t" r="r" b="b"/>
              <a:pathLst>
                <a:path w="14893" h="14893" fill="norm" stroke="1" extrusionOk="0">
                  <a:moveTo>
                    <a:pt x="8005" y="0"/>
                  </a:moveTo>
                  <a:cubicBezTo>
                    <a:pt x="7819" y="0"/>
                    <a:pt x="7632" y="0"/>
                    <a:pt x="7446" y="0"/>
                  </a:cubicBezTo>
                  <a:cubicBezTo>
                    <a:pt x="3351" y="0"/>
                    <a:pt x="0" y="3258"/>
                    <a:pt x="0" y="7446"/>
                  </a:cubicBezTo>
                  <a:cubicBezTo>
                    <a:pt x="0" y="11542"/>
                    <a:pt x="3351" y="14892"/>
                    <a:pt x="7446" y="14892"/>
                  </a:cubicBezTo>
                  <a:cubicBezTo>
                    <a:pt x="11542" y="14892"/>
                    <a:pt x="14893" y="11542"/>
                    <a:pt x="14893" y="7446"/>
                  </a:cubicBezTo>
                  <a:cubicBezTo>
                    <a:pt x="14893" y="7074"/>
                    <a:pt x="14799" y="6795"/>
                    <a:pt x="14799" y="6515"/>
                  </a:cubicBezTo>
                  <a:cubicBezTo>
                    <a:pt x="11262" y="6236"/>
                    <a:pt x="8470" y="3444"/>
                    <a:pt x="8005" y="0"/>
                  </a:cubicBezTo>
                  <a:close/>
                </a:path>
              </a:pathLst>
            </a:custGeom>
            <a:solidFill>
              <a:srgbClr val="F3F4F7"/>
            </a:solidFill>
            <a:ln>
              <a:noFill/>
            </a:ln>
          </p:spPr>
          <p:txBody>
            <a:bodyPr spcFirstLastPara="1" wrap="square" lIns="45725" tIns="45725" rIns="45725" bIns="45725" anchor="ctr" anchorCtr="0">
              <a:noAutofit/>
            </a:bodyPr>
            <a:lstStyle/>
            <a:p>
              <a:pPr marL="0" marR="0" lvl="0" indent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00"/>
                <a:buFont typeface="Arial"/>
                <a:buNone/>
                <a:defRPr/>
              </a:pPr>
              <a:endParaRPr sz="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</a:endParaRPr>
            </a:p>
          </p:txBody>
        </p:sp>
        <p:sp>
          <p:nvSpPr>
            <p:cNvPr id="166" name="Google Shape;166;p32"/>
            <p:cNvSpPr/>
            <p:nvPr/>
          </p:nvSpPr>
          <p:spPr bwMode="auto">
            <a:xfrm>
              <a:off x="238125" y="2432825"/>
              <a:ext cx="372325" cy="372325"/>
            </a:xfrm>
            <a:custGeom>
              <a:avLst/>
              <a:gdLst/>
              <a:ahLst/>
              <a:cxnLst/>
              <a:rect l="l" t="t" r="r" b="b"/>
              <a:pathLst>
                <a:path w="14893" h="14893" fill="norm" stroke="1" extrusionOk="0">
                  <a:moveTo>
                    <a:pt x="14893" y="7447"/>
                  </a:moveTo>
                  <a:cubicBezTo>
                    <a:pt x="14893" y="3351"/>
                    <a:pt x="11542" y="0"/>
                    <a:pt x="7446" y="0"/>
                  </a:cubicBezTo>
                  <a:cubicBezTo>
                    <a:pt x="3351" y="0"/>
                    <a:pt x="0" y="3351"/>
                    <a:pt x="0" y="7447"/>
                  </a:cubicBezTo>
                  <a:cubicBezTo>
                    <a:pt x="0" y="11542"/>
                    <a:pt x="3351" y="14893"/>
                    <a:pt x="7446" y="14893"/>
                  </a:cubicBezTo>
                  <a:cubicBezTo>
                    <a:pt x="7632" y="14893"/>
                    <a:pt x="7819" y="14893"/>
                    <a:pt x="8005" y="14893"/>
                  </a:cubicBezTo>
                  <a:cubicBezTo>
                    <a:pt x="8284" y="11170"/>
                    <a:pt x="11169" y="8284"/>
                    <a:pt x="14799" y="8005"/>
                  </a:cubicBezTo>
                  <a:cubicBezTo>
                    <a:pt x="14799" y="7819"/>
                    <a:pt x="14893" y="7633"/>
                    <a:pt x="14893" y="7447"/>
                  </a:cubicBezTo>
                  <a:close/>
                </a:path>
              </a:pathLst>
            </a:custGeom>
            <a:solidFill>
              <a:srgbClr val="F3F4F7"/>
            </a:solidFill>
            <a:ln>
              <a:noFill/>
            </a:ln>
          </p:spPr>
          <p:txBody>
            <a:bodyPr spcFirstLastPara="1" wrap="square" lIns="45725" tIns="45725" rIns="45725" bIns="45725" anchor="ctr" anchorCtr="0">
              <a:noAutofit/>
            </a:bodyPr>
            <a:lstStyle/>
            <a:p>
              <a:pPr marL="0" marR="0" lvl="0" indent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00"/>
                <a:buFont typeface="Arial"/>
                <a:buNone/>
                <a:defRPr/>
              </a:pPr>
              <a:endParaRPr sz="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</a:endParaRPr>
            </a:p>
          </p:txBody>
        </p:sp>
        <p:sp>
          <p:nvSpPr>
            <p:cNvPr id="167" name="Google Shape;167;p32"/>
            <p:cNvSpPr/>
            <p:nvPr/>
          </p:nvSpPr>
          <p:spPr bwMode="auto">
            <a:xfrm>
              <a:off x="645325" y="2432825"/>
              <a:ext cx="372350" cy="372325"/>
            </a:xfrm>
            <a:custGeom>
              <a:avLst/>
              <a:gdLst/>
              <a:ahLst/>
              <a:cxnLst/>
              <a:rect l="l" t="t" r="r" b="b"/>
              <a:pathLst>
                <a:path w="14894" h="14893" fill="norm" stroke="1" extrusionOk="0">
                  <a:moveTo>
                    <a:pt x="6516" y="14800"/>
                  </a:moveTo>
                  <a:cubicBezTo>
                    <a:pt x="6795" y="14893"/>
                    <a:pt x="7075" y="14893"/>
                    <a:pt x="7447" y="14893"/>
                  </a:cubicBezTo>
                  <a:cubicBezTo>
                    <a:pt x="11542" y="14893"/>
                    <a:pt x="14893" y="11542"/>
                    <a:pt x="14893" y="7447"/>
                  </a:cubicBezTo>
                  <a:cubicBezTo>
                    <a:pt x="14893" y="3351"/>
                    <a:pt x="11542" y="0"/>
                    <a:pt x="7447" y="0"/>
                  </a:cubicBezTo>
                  <a:cubicBezTo>
                    <a:pt x="3351" y="0"/>
                    <a:pt x="1" y="3351"/>
                    <a:pt x="1" y="7447"/>
                  </a:cubicBezTo>
                  <a:cubicBezTo>
                    <a:pt x="1" y="7633"/>
                    <a:pt x="1" y="7819"/>
                    <a:pt x="1" y="8005"/>
                  </a:cubicBezTo>
                  <a:cubicBezTo>
                    <a:pt x="3538" y="8470"/>
                    <a:pt x="6237" y="11263"/>
                    <a:pt x="6516" y="14800"/>
                  </a:cubicBezTo>
                  <a:close/>
                </a:path>
              </a:pathLst>
            </a:custGeom>
            <a:solidFill>
              <a:srgbClr val="F3F4F7"/>
            </a:solidFill>
            <a:ln>
              <a:noFill/>
            </a:ln>
          </p:spPr>
          <p:txBody>
            <a:bodyPr spcFirstLastPara="1" wrap="square" lIns="45725" tIns="45725" rIns="45725" bIns="45725" anchor="ctr" anchorCtr="0">
              <a:noAutofit/>
            </a:bodyPr>
            <a:lstStyle/>
            <a:p>
              <a:pPr marL="0" marR="0" lvl="0" indent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00"/>
                <a:buFont typeface="Arial"/>
                <a:buNone/>
                <a:defRPr/>
              </a:pPr>
              <a:endParaRPr sz="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</a:endParaRPr>
            </a:p>
          </p:txBody>
        </p:sp>
        <p:sp>
          <p:nvSpPr>
            <p:cNvPr id="168" name="Google Shape;168;p32"/>
            <p:cNvSpPr/>
            <p:nvPr/>
          </p:nvSpPr>
          <p:spPr bwMode="auto">
            <a:xfrm>
              <a:off x="645325" y="2842375"/>
              <a:ext cx="372350" cy="372325"/>
            </a:xfrm>
            <a:custGeom>
              <a:avLst/>
              <a:gdLst/>
              <a:ahLst/>
              <a:cxnLst/>
              <a:rect l="l" t="t" r="r" b="b"/>
              <a:pathLst>
                <a:path w="14894" h="14893" fill="norm" stroke="1" extrusionOk="0">
                  <a:moveTo>
                    <a:pt x="94" y="6422"/>
                  </a:moveTo>
                  <a:cubicBezTo>
                    <a:pt x="1" y="6795"/>
                    <a:pt x="1" y="7074"/>
                    <a:pt x="1" y="7446"/>
                  </a:cubicBezTo>
                  <a:cubicBezTo>
                    <a:pt x="1" y="11542"/>
                    <a:pt x="3351" y="14892"/>
                    <a:pt x="7447" y="14892"/>
                  </a:cubicBezTo>
                  <a:cubicBezTo>
                    <a:pt x="11542" y="14892"/>
                    <a:pt x="14893" y="11542"/>
                    <a:pt x="14893" y="7446"/>
                  </a:cubicBezTo>
                  <a:cubicBezTo>
                    <a:pt x="14893" y="3258"/>
                    <a:pt x="11542" y="0"/>
                    <a:pt x="7447" y="0"/>
                  </a:cubicBezTo>
                  <a:cubicBezTo>
                    <a:pt x="7075" y="0"/>
                    <a:pt x="6795" y="0"/>
                    <a:pt x="6423" y="0"/>
                  </a:cubicBezTo>
                  <a:cubicBezTo>
                    <a:pt x="6051" y="3351"/>
                    <a:pt x="3351" y="6050"/>
                    <a:pt x="94" y="6422"/>
                  </a:cubicBezTo>
                  <a:close/>
                </a:path>
              </a:pathLst>
            </a:custGeom>
            <a:solidFill>
              <a:srgbClr val="F3F4F7"/>
            </a:solidFill>
            <a:ln>
              <a:noFill/>
            </a:ln>
          </p:spPr>
          <p:txBody>
            <a:bodyPr spcFirstLastPara="1" wrap="square" lIns="45725" tIns="45725" rIns="45725" bIns="45725" anchor="ctr" anchorCtr="0">
              <a:noAutofit/>
            </a:bodyPr>
            <a:lstStyle/>
            <a:p>
              <a:pPr marL="0" marR="0" lvl="0" indent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00"/>
                <a:buFont typeface="Arial"/>
                <a:buNone/>
                <a:defRPr/>
              </a:pPr>
              <a:endParaRPr sz="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</a:endParaRPr>
            </a:p>
          </p:txBody>
        </p:sp>
      </p:grpSp>
      <p:sp>
        <p:nvSpPr>
          <p:cNvPr id="169" name="Google Shape;169;p32"/>
          <p:cNvSpPr txBox="1"/>
          <p:nvPr/>
        </p:nvSpPr>
        <p:spPr bwMode="auto">
          <a:xfrm>
            <a:off x="319074" y="294016"/>
            <a:ext cx="8566500" cy="343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rial"/>
              <a:buNone/>
              <a:defRPr/>
            </a:pPr>
            <a:r>
              <a:rPr lang="en-US" sz="4800" b="1">
                <a:solidFill>
                  <a:schemeClr val="lt1"/>
                </a:solidFill>
                <a:latin typeface="Proxima Nova"/>
                <a:ea typeface="Proxima Nova"/>
                <a:cs typeface="Proxima Nova"/>
              </a:rPr>
              <a:t>Описание разработки модели ML</a:t>
            </a:r>
            <a:endParaRPr sz="4800" b="1">
              <a:solidFill>
                <a:schemeClr val="lt1"/>
              </a:solidFill>
              <a:latin typeface="Proxima Nova"/>
              <a:ea typeface="Proxima Nova"/>
              <a:cs typeface="Proxima Nova"/>
            </a:endParaRPr>
          </a:p>
          <a:p>
            <a:pPr marL="0" lvl="0" indent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rial"/>
              <a:buNone/>
              <a:defRPr/>
            </a:pPr>
            <a:endParaRPr sz="3400" b="1">
              <a:solidFill>
                <a:schemeClr val="lt1"/>
              </a:solidFill>
              <a:latin typeface="Proxima Nova"/>
              <a:ea typeface="Proxima Nova"/>
              <a:cs typeface="Proxima Nova"/>
            </a:endParaRPr>
          </a:p>
          <a:p>
            <a:pPr marL="0" lvl="0" indent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rial"/>
              <a:buNone/>
              <a:defRPr/>
            </a:pPr>
            <a:r>
              <a:rPr lang="en-US" sz="4800" b="1">
                <a:solidFill>
                  <a:schemeClr val="lt1"/>
                </a:solidFill>
                <a:latin typeface="Proxima Nova"/>
                <a:ea typeface="Proxima Nova"/>
                <a:cs typeface="Proxima Nova"/>
              </a:rPr>
              <a:t>  </a:t>
            </a:r>
            <a:endParaRPr sz="4800" b="1">
              <a:solidFill>
                <a:schemeClr val="lt1"/>
              </a:solidFill>
              <a:latin typeface="Proxima Nova"/>
              <a:ea typeface="Proxima Nova"/>
              <a:cs typeface="Proxima Nova"/>
            </a:endParaRPr>
          </a:p>
          <a:p>
            <a:pPr marL="0" marR="0" lvl="0" indent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rial"/>
              <a:buNone/>
              <a:defRPr/>
            </a:pPr>
            <a:endParaRPr sz="4800" b="1">
              <a:solidFill>
                <a:schemeClr val="lt1"/>
              </a:solidFill>
              <a:latin typeface="Proxima Nova"/>
              <a:ea typeface="Proxima Nova"/>
              <a:cs typeface="Proxima Nova"/>
            </a:endParaRPr>
          </a:p>
          <a:p>
            <a:pPr marL="38100" marR="0" lvl="0" indent="0" algn="l">
              <a:lnSpc>
                <a:spcPct val="80000"/>
              </a:lnSpc>
              <a:spcBef>
                <a:spcPts val="2000"/>
              </a:spcBef>
              <a:spcAft>
                <a:spcPts val="0"/>
              </a:spcAft>
              <a:buClr>
                <a:schemeClr val="dk1"/>
              </a:buClr>
              <a:buSzPts val="600"/>
              <a:buFont typeface="Arial"/>
              <a:buNone/>
              <a:defRPr/>
            </a:pPr>
            <a:endParaRPr sz="1700" b="1" i="0" u="none" strike="noStrike" cap="none">
              <a:solidFill>
                <a:schemeClr val="lt1"/>
              </a:solidFill>
              <a:latin typeface="Proxima Nova"/>
              <a:ea typeface="Proxima Nova"/>
              <a:cs typeface="Proxima Nova"/>
            </a:endParaRPr>
          </a:p>
          <a:p>
            <a:pPr marL="0" marR="0" lvl="0" indent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/>
            </a:pPr>
            <a:endParaRPr sz="1500" b="0" i="0" u="none" strike="noStrike" cap="none">
              <a:solidFill>
                <a:schemeClr val="lt1"/>
              </a:solidFill>
              <a:latin typeface="Proxima Nova"/>
              <a:ea typeface="Proxima Nova"/>
              <a:cs typeface="Proxima Nova"/>
            </a:endParaRPr>
          </a:p>
        </p:txBody>
      </p:sp>
      <p:sp>
        <p:nvSpPr>
          <p:cNvPr id="170" name="Google Shape;170;p32"/>
          <p:cNvSpPr txBox="1"/>
          <p:nvPr/>
        </p:nvSpPr>
        <p:spPr bwMode="auto">
          <a:xfrm>
            <a:off x="351627" y="4195000"/>
            <a:ext cx="4709400" cy="62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45725" bIns="0" anchor="b" anchorCtr="0">
            <a:noAutofit/>
          </a:bodyPr>
          <a:lstStyle/>
          <a:p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/>
            </a:pPr>
            <a:endParaRPr sz="1300">
              <a:solidFill>
                <a:schemeClr val="lt1"/>
              </a:solidFill>
              <a:latin typeface="Proxima Nova"/>
              <a:ea typeface="Proxima Nova"/>
              <a:cs typeface="Proxima Nova"/>
            </a:endParaRPr>
          </a:p>
          <a:p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/>
            </a:pPr>
            <a:endParaRPr sz="1300">
              <a:solidFill>
                <a:schemeClr val="lt1"/>
              </a:solidFill>
              <a:latin typeface="Proxima Nova"/>
              <a:ea typeface="Proxima Nova"/>
              <a:cs typeface="Proxima Nova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6" name="Google Shape;176;p33"/>
          <p:cNvSpPr/>
          <p:nvPr/>
        </p:nvSpPr>
        <p:spPr bwMode="auto">
          <a:xfrm>
            <a:off x="343376" y="768400"/>
            <a:ext cx="8158800" cy="3931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indent="0"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None/>
              <a:defRPr/>
            </a:pPr>
            <a:r>
              <a:rPr sz="1300" b="1">
                <a:solidFill>
                  <a:srgbClr val="2E5BFF"/>
                </a:solidFill>
                <a:latin typeface="Proxima Nova"/>
              </a:rPr>
              <a:t>Перевод задачи с языка бизнеса на язык ML</a:t>
            </a:r>
            <a:endParaRPr sz="1700" i="1">
              <a:latin typeface="Proxima Nova"/>
              <a:ea typeface="Proxima Nova"/>
              <a:cs typeface="Proxima Nova"/>
            </a:endParaRPr>
          </a:p>
          <a:p>
            <a:pPr algn="l">
              <a:spcAft>
                <a:spcPts val="300"/>
              </a:spcAft>
            </a:pPr>
            <a:r>
              <a:rPr sz="1150" b="0">
                <a:solidFill>
                  <a:srgbClr val="22262E"/>
                </a:solidFill>
                <a:latin typeface="Proxima Nova"/>
              </a:rPr>
              <a:t>Бизнес: не пропускать спам в ящик и не терять нормальные письма. ML: бинарная классификация текста письма (спам / не спам) и, дополнительно, многоклассовая категоризация (реклама, работа, знакомства, финансы, доставка, безопасность, прочее).</a:t>
            </a:r>
          </a:p>
          <a:p>
            <a:pPr algn="l">
              <a:spcAft>
                <a:spcPts val="300"/>
              </a:spcAft>
            </a:pPr>
            <a:r>
              <a:rPr sz="400" b="0">
                <a:solidFill>
                  <a:srgbClr val="22262E"/>
                </a:solidFill>
                <a:latin typeface="Proxima Nova"/>
              </a:rPr>
              <a:t/>
            </a:r>
          </a:p>
          <a:p>
            <a:pPr algn="l">
              <a:spcAft>
                <a:spcPts val="300"/>
              </a:spcAft>
            </a:pPr>
            <a:r>
              <a:rPr sz="1300" b="1">
                <a:solidFill>
                  <a:srgbClr val="2E5BFF"/>
                </a:solidFill>
                <a:latin typeface="Proxima Nova"/>
              </a:rPr>
              <a:t>Вход модели</a:t>
            </a:r>
          </a:p>
          <a:p>
            <a:pPr algn="l">
              <a:spcAft>
                <a:spcPts val="300"/>
              </a:spcAft>
            </a:pPr>
            <a:r>
              <a:rPr sz="1150" b="0">
                <a:solidFill>
                  <a:srgbClr val="22262E"/>
                </a:solidFill>
                <a:latin typeface="Proxima Nova"/>
              </a:rPr>
              <a:t>Тема и тело письма (обычный текст или HTML), метаданные: адрес отправителя, наличие вложений, число MIME-частей. Дополнительно 57 табличных признаков, совместимых с корпусом SpamBase.</a:t>
            </a:r>
          </a:p>
          <a:p>
            <a:pPr algn="l">
              <a:spcAft>
                <a:spcPts val="300"/>
              </a:spcAft>
            </a:pPr>
            <a:r>
              <a:rPr sz="400" b="0">
                <a:solidFill>
                  <a:srgbClr val="22262E"/>
                </a:solidFill>
                <a:latin typeface="Proxima Nova"/>
              </a:rPr>
              <a:t/>
            </a:r>
          </a:p>
          <a:p>
            <a:pPr algn="l">
              <a:spcAft>
                <a:spcPts val="300"/>
              </a:spcAft>
            </a:pPr>
            <a:r>
              <a:rPr sz="1300" b="1">
                <a:solidFill>
                  <a:srgbClr val="2E5BFF"/>
                </a:solidFill>
                <a:latin typeface="Proxima Nova"/>
              </a:rPr>
              <a:t>Требуемая скорость</a:t>
            </a:r>
          </a:p>
          <a:p>
            <a:pPr algn="l">
              <a:spcAft>
                <a:spcPts val="300"/>
              </a:spcAft>
            </a:pPr>
            <a:r>
              <a:rPr sz="1150" b="0">
                <a:solidFill>
                  <a:srgbClr val="22262E"/>
                </a:solidFill>
                <a:latin typeface="Proxima Nova"/>
              </a:rPr>
              <a:t>Менее 50 мс на письмо на CPU, пакетная обработка до 256 писем за запрос.</a:t>
            </a:r>
          </a:p>
          <a:p>
            <a:pPr algn="l">
              <a:spcAft>
                <a:spcPts val="300"/>
              </a:spcAft>
            </a:pPr>
            <a:r>
              <a:rPr sz="400" b="0">
                <a:solidFill>
                  <a:srgbClr val="22262E"/>
                </a:solidFill>
                <a:latin typeface="Proxima Nova"/>
              </a:rPr>
              <a:t/>
            </a:r>
          </a:p>
          <a:p>
            <a:pPr algn="l">
              <a:spcAft>
                <a:spcPts val="300"/>
              </a:spcAft>
            </a:pPr>
            <a:r>
              <a:rPr sz="1300" b="1">
                <a:solidFill>
                  <a:srgbClr val="2E5BFF"/>
                </a:solidFill>
                <a:latin typeface="Proxima Nova"/>
              </a:rPr>
              <a:t>Метрики и почему именно они</a:t>
            </a:r>
          </a:p>
          <a:p>
            <a:pPr algn="l">
              <a:spcAft>
                <a:spcPts val="300"/>
              </a:spcAft>
            </a:pPr>
            <a:r>
              <a:rPr sz="1150" b="0">
                <a:solidFill>
                  <a:srgbClr val="22262E"/>
                </a:solidFill>
                <a:latin typeface="Proxima Nova"/>
              </a:rPr>
              <a:t>F1 — баланс полноты и точности на несбалансированных классах (25 % спама). Precision — приоритет: ложное срабатывание (нормальное письмо в спаме) дороже пропуска, поэтому порог выбран в пользу точности. Recall контролируется, чтобы не терять спам массово. ROC-AUC и PR-AUC — для сравнения моделей независимо от порога.</a:t>
            </a:r>
          </a:p>
        </p:txBody>
      </p:sp>
      <p:grpSp>
        <p:nvGrpSpPr>
          <p:cNvPr id="177" name="Google Shape;177;p33"/>
          <p:cNvGrpSpPr/>
          <p:nvPr/>
        </p:nvGrpSpPr>
        <p:grpSpPr bwMode="auto">
          <a:xfrm>
            <a:off x="7151512" y="3090058"/>
            <a:ext cx="1257925" cy="1042640"/>
            <a:chOff x="3909" y="472"/>
            <a:chExt cx="1208" cy="1002"/>
          </a:xfrm>
        </p:grpSpPr>
        <p:sp>
          <p:nvSpPr>
            <p:cNvPr id="178" name="Google Shape;178;p33"/>
            <p:cNvSpPr/>
            <p:nvPr/>
          </p:nvSpPr>
          <p:spPr bwMode="auto">
            <a:xfrm>
              <a:off x="3917" y="473"/>
              <a:ext cx="1200" cy="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  <a:defRPr/>
              </a:pPr>
              <a:endParaRPr sz="1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</a:endParaRPr>
            </a:p>
          </p:txBody>
        </p:sp>
        <p:sp>
          <p:nvSpPr>
            <p:cNvPr id="179" name="Google Shape;179;p33"/>
            <p:cNvSpPr/>
            <p:nvPr/>
          </p:nvSpPr>
          <p:spPr bwMode="auto">
            <a:xfrm>
              <a:off x="3916" y="770"/>
              <a:ext cx="591" cy="704"/>
            </a:xfrm>
            <a:custGeom>
              <a:avLst/>
              <a:gdLst/>
              <a:ahLst/>
              <a:cxnLst/>
              <a:rect l="l" t="t" r="r" b="b"/>
              <a:pathLst>
                <a:path w="545" h="650" fill="norm" stroke="1" extrusionOk="0">
                  <a:moveTo>
                    <a:pt x="172" y="10"/>
                  </a:moveTo>
                  <a:cubicBezTo>
                    <a:pt x="173" y="10"/>
                    <a:pt x="181" y="9"/>
                    <a:pt x="177" y="9"/>
                  </a:cubicBezTo>
                  <a:cubicBezTo>
                    <a:pt x="228" y="0"/>
                    <a:pt x="272" y="18"/>
                    <a:pt x="323" y="55"/>
                  </a:cubicBezTo>
                  <a:cubicBezTo>
                    <a:pt x="375" y="94"/>
                    <a:pt x="423" y="154"/>
                    <a:pt x="462" y="224"/>
                  </a:cubicBezTo>
                  <a:cubicBezTo>
                    <a:pt x="499" y="291"/>
                    <a:pt x="526" y="359"/>
                    <a:pt x="536" y="420"/>
                  </a:cubicBezTo>
                  <a:cubicBezTo>
                    <a:pt x="545" y="480"/>
                    <a:pt x="536" y="532"/>
                    <a:pt x="502" y="571"/>
                  </a:cubicBezTo>
                  <a:cubicBezTo>
                    <a:pt x="499" y="574"/>
                    <a:pt x="494" y="578"/>
                    <a:pt x="487" y="583"/>
                  </a:cubicBezTo>
                  <a:cubicBezTo>
                    <a:pt x="480" y="587"/>
                    <a:pt x="471" y="592"/>
                    <a:pt x="463" y="597"/>
                  </a:cubicBezTo>
                  <a:cubicBezTo>
                    <a:pt x="454" y="601"/>
                    <a:pt x="445" y="606"/>
                    <a:pt x="437" y="610"/>
                  </a:cubicBezTo>
                  <a:cubicBezTo>
                    <a:pt x="436" y="611"/>
                    <a:pt x="436" y="611"/>
                    <a:pt x="436" y="611"/>
                  </a:cubicBezTo>
                  <a:cubicBezTo>
                    <a:pt x="429" y="614"/>
                    <a:pt x="423" y="617"/>
                    <a:pt x="418" y="620"/>
                  </a:cubicBezTo>
                  <a:cubicBezTo>
                    <a:pt x="364" y="650"/>
                    <a:pt x="297" y="646"/>
                    <a:pt x="232" y="615"/>
                  </a:cubicBezTo>
                  <a:cubicBezTo>
                    <a:pt x="167" y="583"/>
                    <a:pt x="104" y="524"/>
                    <a:pt x="61" y="445"/>
                  </a:cubicBezTo>
                  <a:cubicBezTo>
                    <a:pt x="17" y="366"/>
                    <a:pt x="0" y="281"/>
                    <a:pt x="8" y="210"/>
                  </a:cubicBezTo>
                  <a:cubicBezTo>
                    <a:pt x="16" y="138"/>
                    <a:pt x="49" y="79"/>
                    <a:pt x="104" y="49"/>
                  </a:cubicBezTo>
                  <a:cubicBezTo>
                    <a:pt x="128" y="36"/>
                    <a:pt x="146" y="25"/>
                    <a:pt x="157" y="18"/>
                  </a:cubicBezTo>
                  <a:cubicBezTo>
                    <a:pt x="162" y="15"/>
                    <a:pt x="170" y="12"/>
                    <a:pt x="172" y="1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  <a:defRPr/>
              </a:pPr>
              <a:endParaRPr sz="1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</a:endParaRPr>
            </a:p>
          </p:txBody>
        </p:sp>
        <p:sp>
          <p:nvSpPr>
            <p:cNvPr id="180" name="Google Shape;180;p33"/>
            <p:cNvSpPr/>
            <p:nvPr/>
          </p:nvSpPr>
          <p:spPr bwMode="auto">
            <a:xfrm>
              <a:off x="3909" y="764"/>
              <a:ext cx="605" cy="705"/>
            </a:xfrm>
            <a:custGeom>
              <a:avLst/>
              <a:gdLst/>
              <a:ahLst/>
              <a:cxnLst/>
              <a:rect l="l" t="t" r="r" b="b"/>
              <a:pathLst>
                <a:path w="558" h="651" fill="norm" stroke="1" extrusionOk="0">
                  <a:moveTo>
                    <a:pt x="342" y="651"/>
                  </a:moveTo>
                  <a:cubicBezTo>
                    <a:pt x="307" y="651"/>
                    <a:pt x="271" y="643"/>
                    <a:pt x="235" y="625"/>
                  </a:cubicBezTo>
                  <a:cubicBezTo>
                    <a:pt x="166" y="592"/>
                    <a:pt x="104" y="530"/>
                    <a:pt x="61" y="453"/>
                  </a:cubicBezTo>
                  <a:cubicBezTo>
                    <a:pt x="19" y="375"/>
                    <a:pt x="0" y="290"/>
                    <a:pt x="8" y="214"/>
                  </a:cubicBezTo>
                  <a:cubicBezTo>
                    <a:pt x="17" y="138"/>
                    <a:pt x="52" y="79"/>
                    <a:pt x="107" y="49"/>
                  </a:cubicBezTo>
                  <a:cubicBezTo>
                    <a:pt x="132" y="35"/>
                    <a:pt x="149" y="25"/>
                    <a:pt x="160" y="18"/>
                  </a:cubicBezTo>
                  <a:cubicBezTo>
                    <a:pt x="162" y="17"/>
                    <a:pt x="165" y="15"/>
                    <a:pt x="168" y="14"/>
                  </a:cubicBezTo>
                  <a:cubicBezTo>
                    <a:pt x="170" y="13"/>
                    <a:pt x="173" y="11"/>
                    <a:pt x="174" y="10"/>
                  </a:cubicBezTo>
                  <a:cubicBezTo>
                    <a:pt x="176" y="9"/>
                    <a:pt x="180" y="8"/>
                    <a:pt x="184" y="8"/>
                  </a:cubicBezTo>
                  <a:cubicBezTo>
                    <a:pt x="231" y="0"/>
                    <a:pt x="277" y="14"/>
                    <a:pt x="332" y="55"/>
                  </a:cubicBezTo>
                  <a:cubicBezTo>
                    <a:pt x="384" y="94"/>
                    <a:pt x="433" y="153"/>
                    <a:pt x="473" y="226"/>
                  </a:cubicBezTo>
                  <a:cubicBezTo>
                    <a:pt x="514" y="300"/>
                    <a:pt x="539" y="366"/>
                    <a:pt x="548" y="424"/>
                  </a:cubicBezTo>
                  <a:cubicBezTo>
                    <a:pt x="558" y="490"/>
                    <a:pt x="546" y="542"/>
                    <a:pt x="513" y="580"/>
                  </a:cubicBezTo>
                  <a:cubicBezTo>
                    <a:pt x="510" y="583"/>
                    <a:pt x="504" y="588"/>
                    <a:pt x="496" y="593"/>
                  </a:cubicBezTo>
                  <a:cubicBezTo>
                    <a:pt x="490" y="597"/>
                    <a:pt x="482" y="601"/>
                    <a:pt x="472" y="607"/>
                  </a:cubicBezTo>
                  <a:cubicBezTo>
                    <a:pt x="463" y="612"/>
                    <a:pt x="454" y="616"/>
                    <a:pt x="446" y="620"/>
                  </a:cubicBezTo>
                  <a:cubicBezTo>
                    <a:pt x="444" y="621"/>
                    <a:pt x="444" y="621"/>
                    <a:pt x="444" y="621"/>
                  </a:cubicBezTo>
                  <a:cubicBezTo>
                    <a:pt x="437" y="625"/>
                    <a:pt x="431" y="628"/>
                    <a:pt x="427" y="630"/>
                  </a:cubicBezTo>
                  <a:cubicBezTo>
                    <a:pt x="401" y="644"/>
                    <a:pt x="372" y="651"/>
                    <a:pt x="342" y="651"/>
                  </a:cubicBezTo>
                  <a:close/>
                  <a:moveTo>
                    <a:pt x="181" y="20"/>
                  </a:moveTo>
                  <a:cubicBezTo>
                    <a:pt x="179" y="22"/>
                    <a:pt x="177" y="23"/>
                    <a:pt x="174" y="25"/>
                  </a:cubicBezTo>
                  <a:cubicBezTo>
                    <a:pt x="171" y="26"/>
                    <a:pt x="168" y="27"/>
                    <a:pt x="166" y="29"/>
                  </a:cubicBezTo>
                  <a:cubicBezTo>
                    <a:pt x="156" y="35"/>
                    <a:pt x="138" y="45"/>
                    <a:pt x="113" y="59"/>
                  </a:cubicBezTo>
                  <a:cubicBezTo>
                    <a:pt x="61" y="88"/>
                    <a:pt x="28" y="143"/>
                    <a:pt x="20" y="215"/>
                  </a:cubicBezTo>
                  <a:cubicBezTo>
                    <a:pt x="12" y="289"/>
                    <a:pt x="30" y="371"/>
                    <a:pt x="72" y="447"/>
                  </a:cubicBezTo>
                  <a:cubicBezTo>
                    <a:pt x="114" y="522"/>
                    <a:pt x="173" y="582"/>
                    <a:pt x="240" y="614"/>
                  </a:cubicBezTo>
                  <a:cubicBezTo>
                    <a:pt x="306" y="646"/>
                    <a:pt x="370" y="648"/>
                    <a:pt x="422" y="619"/>
                  </a:cubicBezTo>
                  <a:cubicBezTo>
                    <a:pt x="426" y="617"/>
                    <a:pt x="431" y="614"/>
                    <a:pt x="438" y="611"/>
                  </a:cubicBezTo>
                  <a:cubicBezTo>
                    <a:pt x="441" y="609"/>
                    <a:pt x="441" y="609"/>
                    <a:pt x="441" y="609"/>
                  </a:cubicBezTo>
                  <a:cubicBezTo>
                    <a:pt x="448" y="606"/>
                    <a:pt x="457" y="601"/>
                    <a:pt x="466" y="596"/>
                  </a:cubicBezTo>
                  <a:cubicBezTo>
                    <a:pt x="476" y="591"/>
                    <a:pt x="484" y="586"/>
                    <a:pt x="490" y="583"/>
                  </a:cubicBezTo>
                  <a:cubicBezTo>
                    <a:pt x="499" y="577"/>
                    <a:pt x="502" y="574"/>
                    <a:pt x="504" y="572"/>
                  </a:cubicBezTo>
                  <a:cubicBezTo>
                    <a:pt x="535" y="537"/>
                    <a:pt x="546" y="488"/>
                    <a:pt x="536" y="425"/>
                  </a:cubicBezTo>
                  <a:cubicBezTo>
                    <a:pt x="527" y="370"/>
                    <a:pt x="502" y="305"/>
                    <a:pt x="462" y="232"/>
                  </a:cubicBezTo>
                  <a:cubicBezTo>
                    <a:pt x="423" y="161"/>
                    <a:pt x="376" y="103"/>
                    <a:pt x="325" y="65"/>
                  </a:cubicBezTo>
                  <a:cubicBezTo>
                    <a:pt x="272" y="25"/>
                    <a:pt x="230" y="12"/>
                    <a:pt x="185" y="20"/>
                  </a:cubicBezTo>
                  <a:cubicBezTo>
                    <a:pt x="184" y="20"/>
                    <a:pt x="184" y="20"/>
                    <a:pt x="184" y="20"/>
                  </a:cubicBezTo>
                  <a:cubicBezTo>
                    <a:pt x="184" y="20"/>
                    <a:pt x="184" y="20"/>
                    <a:pt x="184" y="20"/>
                  </a:cubicBezTo>
                  <a:cubicBezTo>
                    <a:pt x="184" y="20"/>
                    <a:pt x="184" y="20"/>
                    <a:pt x="184" y="20"/>
                  </a:cubicBezTo>
                  <a:cubicBezTo>
                    <a:pt x="184" y="20"/>
                    <a:pt x="182" y="20"/>
                    <a:pt x="181" y="2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  <a:defRPr/>
              </a:pPr>
              <a:endParaRPr sz="1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</a:endParaRPr>
            </a:p>
          </p:txBody>
        </p:sp>
        <p:sp>
          <p:nvSpPr>
            <p:cNvPr id="181" name="Google Shape;181;p33"/>
            <p:cNvSpPr/>
            <p:nvPr/>
          </p:nvSpPr>
          <p:spPr bwMode="auto">
            <a:xfrm>
              <a:off x="3992" y="746"/>
              <a:ext cx="566" cy="683"/>
            </a:xfrm>
            <a:custGeom>
              <a:avLst/>
              <a:gdLst/>
              <a:ahLst/>
              <a:cxnLst/>
              <a:rect l="l" t="t" r="r" b="b"/>
              <a:pathLst>
                <a:path w="522" h="631" fill="norm" stroke="1" extrusionOk="0">
                  <a:moveTo>
                    <a:pt x="462" y="205"/>
                  </a:moveTo>
                  <a:cubicBezTo>
                    <a:pt x="505" y="284"/>
                    <a:pt x="522" y="369"/>
                    <a:pt x="514" y="440"/>
                  </a:cubicBezTo>
                  <a:cubicBezTo>
                    <a:pt x="506" y="512"/>
                    <a:pt x="473" y="571"/>
                    <a:pt x="419" y="601"/>
                  </a:cubicBezTo>
                  <a:cubicBezTo>
                    <a:pt x="364" y="631"/>
                    <a:pt x="297" y="627"/>
                    <a:pt x="232" y="596"/>
                  </a:cubicBezTo>
                  <a:cubicBezTo>
                    <a:pt x="167" y="565"/>
                    <a:pt x="104" y="506"/>
                    <a:pt x="61" y="426"/>
                  </a:cubicBezTo>
                  <a:cubicBezTo>
                    <a:pt x="17" y="347"/>
                    <a:pt x="0" y="263"/>
                    <a:pt x="8" y="191"/>
                  </a:cubicBezTo>
                  <a:cubicBezTo>
                    <a:pt x="16" y="119"/>
                    <a:pt x="49" y="60"/>
                    <a:pt x="104" y="30"/>
                  </a:cubicBezTo>
                  <a:cubicBezTo>
                    <a:pt x="158" y="0"/>
                    <a:pt x="226" y="4"/>
                    <a:pt x="291" y="35"/>
                  </a:cubicBezTo>
                  <a:cubicBezTo>
                    <a:pt x="356" y="67"/>
                    <a:pt x="418" y="126"/>
                    <a:pt x="462" y="205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  <a:defRPr/>
              </a:pPr>
              <a:endParaRPr sz="1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</a:endParaRPr>
            </a:p>
          </p:txBody>
        </p:sp>
        <p:sp>
          <p:nvSpPr>
            <p:cNvPr id="182" name="Google Shape;182;p33"/>
            <p:cNvSpPr/>
            <p:nvPr/>
          </p:nvSpPr>
          <p:spPr bwMode="auto">
            <a:xfrm>
              <a:off x="3985" y="740"/>
              <a:ext cx="580" cy="685"/>
            </a:xfrm>
            <a:custGeom>
              <a:avLst/>
              <a:gdLst/>
              <a:ahLst/>
              <a:cxnLst/>
              <a:rect l="l" t="t" r="r" b="b"/>
              <a:pathLst>
                <a:path w="535" h="633" fill="norm" stroke="1" extrusionOk="0">
                  <a:moveTo>
                    <a:pt x="342" y="633"/>
                  </a:moveTo>
                  <a:cubicBezTo>
                    <a:pt x="308" y="633"/>
                    <a:pt x="271" y="624"/>
                    <a:pt x="235" y="606"/>
                  </a:cubicBezTo>
                  <a:cubicBezTo>
                    <a:pt x="166" y="573"/>
                    <a:pt x="104" y="512"/>
                    <a:pt x="61" y="434"/>
                  </a:cubicBezTo>
                  <a:cubicBezTo>
                    <a:pt x="19" y="357"/>
                    <a:pt x="0" y="272"/>
                    <a:pt x="8" y="195"/>
                  </a:cubicBezTo>
                  <a:cubicBezTo>
                    <a:pt x="17" y="119"/>
                    <a:pt x="52" y="60"/>
                    <a:pt x="107" y="30"/>
                  </a:cubicBezTo>
                  <a:cubicBezTo>
                    <a:pt x="162" y="0"/>
                    <a:pt x="230" y="2"/>
                    <a:pt x="299" y="35"/>
                  </a:cubicBezTo>
                  <a:cubicBezTo>
                    <a:pt x="368" y="68"/>
                    <a:pt x="430" y="130"/>
                    <a:pt x="473" y="207"/>
                  </a:cubicBezTo>
                  <a:cubicBezTo>
                    <a:pt x="473" y="207"/>
                    <a:pt x="473" y="207"/>
                    <a:pt x="473" y="207"/>
                  </a:cubicBezTo>
                  <a:cubicBezTo>
                    <a:pt x="516" y="285"/>
                    <a:pt x="535" y="370"/>
                    <a:pt x="526" y="446"/>
                  </a:cubicBezTo>
                  <a:cubicBezTo>
                    <a:pt x="517" y="522"/>
                    <a:pt x="482" y="581"/>
                    <a:pt x="427" y="611"/>
                  </a:cubicBezTo>
                  <a:cubicBezTo>
                    <a:pt x="401" y="626"/>
                    <a:pt x="372" y="633"/>
                    <a:pt x="342" y="633"/>
                  </a:cubicBezTo>
                  <a:close/>
                  <a:moveTo>
                    <a:pt x="193" y="21"/>
                  </a:moveTo>
                  <a:cubicBezTo>
                    <a:pt x="164" y="21"/>
                    <a:pt x="137" y="27"/>
                    <a:pt x="113" y="41"/>
                  </a:cubicBezTo>
                  <a:cubicBezTo>
                    <a:pt x="61" y="69"/>
                    <a:pt x="28" y="124"/>
                    <a:pt x="20" y="197"/>
                  </a:cubicBezTo>
                  <a:cubicBezTo>
                    <a:pt x="12" y="271"/>
                    <a:pt x="30" y="353"/>
                    <a:pt x="72" y="428"/>
                  </a:cubicBezTo>
                  <a:cubicBezTo>
                    <a:pt x="114" y="504"/>
                    <a:pt x="173" y="563"/>
                    <a:pt x="240" y="596"/>
                  </a:cubicBezTo>
                  <a:cubicBezTo>
                    <a:pt x="306" y="627"/>
                    <a:pt x="370" y="629"/>
                    <a:pt x="422" y="601"/>
                  </a:cubicBezTo>
                  <a:cubicBezTo>
                    <a:pt x="473" y="572"/>
                    <a:pt x="506" y="517"/>
                    <a:pt x="514" y="445"/>
                  </a:cubicBezTo>
                  <a:cubicBezTo>
                    <a:pt x="522" y="371"/>
                    <a:pt x="504" y="289"/>
                    <a:pt x="462" y="213"/>
                  </a:cubicBezTo>
                  <a:cubicBezTo>
                    <a:pt x="421" y="138"/>
                    <a:pt x="361" y="78"/>
                    <a:pt x="294" y="46"/>
                  </a:cubicBezTo>
                  <a:cubicBezTo>
                    <a:pt x="259" y="29"/>
                    <a:pt x="225" y="21"/>
                    <a:pt x="193" y="2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  <a:defRPr/>
              </a:pPr>
              <a:endParaRPr sz="1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</a:endParaRPr>
            </a:p>
          </p:txBody>
        </p:sp>
        <p:sp>
          <p:nvSpPr>
            <p:cNvPr id="183" name="Google Shape;183;p33"/>
            <p:cNvSpPr/>
            <p:nvPr/>
          </p:nvSpPr>
          <p:spPr bwMode="auto">
            <a:xfrm>
              <a:off x="4064" y="830"/>
              <a:ext cx="430" cy="519"/>
            </a:xfrm>
            <a:custGeom>
              <a:avLst/>
              <a:gdLst/>
              <a:ahLst/>
              <a:cxnLst/>
              <a:rect l="l" t="t" r="r" b="b"/>
              <a:pathLst>
                <a:path w="396" h="479" fill="norm" stroke="1" extrusionOk="0">
                  <a:moveTo>
                    <a:pt x="350" y="156"/>
                  </a:moveTo>
                  <a:cubicBezTo>
                    <a:pt x="383" y="216"/>
                    <a:pt x="396" y="280"/>
                    <a:pt x="390" y="335"/>
                  </a:cubicBezTo>
                  <a:cubicBezTo>
                    <a:pt x="384" y="389"/>
                    <a:pt x="359" y="434"/>
                    <a:pt x="318" y="457"/>
                  </a:cubicBezTo>
                  <a:cubicBezTo>
                    <a:pt x="276" y="479"/>
                    <a:pt x="225" y="477"/>
                    <a:pt x="176" y="453"/>
                  </a:cubicBezTo>
                  <a:cubicBezTo>
                    <a:pt x="127" y="429"/>
                    <a:pt x="79" y="384"/>
                    <a:pt x="46" y="323"/>
                  </a:cubicBezTo>
                  <a:cubicBezTo>
                    <a:pt x="12" y="263"/>
                    <a:pt x="0" y="199"/>
                    <a:pt x="6" y="144"/>
                  </a:cubicBezTo>
                  <a:cubicBezTo>
                    <a:pt x="12" y="90"/>
                    <a:pt x="37" y="45"/>
                    <a:pt x="78" y="22"/>
                  </a:cubicBezTo>
                  <a:cubicBezTo>
                    <a:pt x="119" y="0"/>
                    <a:pt x="170" y="2"/>
                    <a:pt x="220" y="26"/>
                  </a:cubicBezTo>
                  <a:cubicBezTo>
                    <a:pt x="269" y="50"/>
                    <a:pt x="317" y="95"/>
                    <a:pt x="350" y="156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  <a:defRPr/>
              </a:pPr>
              <a:endParaRPr sz="1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</a:endParaRPr>
            </a:p>
          </p:txBody>
        </p:sp>
        <p:sp>
          <p:nvSpPr>
            <p:cNvPr id="184" name="Google Shape;184;p33"/>
            <p:cNvSpPr/>
            <p:nvPr/>
          </p:nvSpPr>
          <p:spPr bwMode="auto">
            <a:xfrm>
              <a:off x="4057" y="824"/>
              <a:ext cx="444" cy="524"/>
            </a:xfrm>
            <a:custGeom>
              <a:avLst/>
              <a:gdLst/>
              <a:ahLst/>
              <a:cxnLst/>
              <a:rect l="l" t="t" r="r" b="b"/>
              <a:pathLst>
                <a:path w="410" h="484" fill="norm" stroke="1" extrusionOk="0">
                  <a:moveTo>
                    <a:pt x="262" y="484"/>
                  </a:moveTo>
                  <a:cubicBezTo>
                    <a:pt x="236" y="484"/>
                    <a:pt x="208" y="478"/>
                    <a:pt x="180" y="464"/>
                  </a:cubicBezTo>
                  <a:cubicBezTo>
                    <a:pt x="127" y="439"/>
                    <a:pt x="80" y="392"/>
                    <a:pt x="47" y="332"/>
                  </a:cubicBezTo>
                  <a:cubicBezTo>
                    <a:pt x="15" y="273"/>
                    <a:pt x="0" y="208"/>
                    <a:pt x="7" y="150"/>
                  </a:cubicBezTo>
                  <a:cubicBezTo>
                    <a:pt x="13" y="91"/>
                    <a:pt x="40" y="46"/>
                    <a:pt x="82" y="23"/>
                  </a:cubicBezTo>
                  <a:cubicBezTo>
                    <a:pt x="124" y="0"/>
                    <a:pt x="177" y="1"/>
                    <a:pt x="230" y="27"/>
                  </a:cubicBezTo>
                  <a:cubicBezTo>
                    <a:pt x="282" y="52"/>
                    <a:pt x="330" y="99"/>
                    <a:pt x="362" y="159"/>
                  </a:cubicBezTo>
                  <a:cubicBezTo>
                    <a:pt x="395" y="218"/>
                    <a:pt x="410" y="283"/>
                    <a:pt x="403" y="341"/>
                  </a:cubicBezTo>
                  <a:cubicBezTo>
                    <a:pt x="396" y="400"/>
                    <a:pt x="370" y="445"/>
                    <a:pt x="328" y="468"/>
                  </a:cubicBezTo>
                  <a:cubicBezTo>
                    <a:pt x="308" y="479"/>
                    <a:pt x="285" y="484"/>
                    <a:pt x="262" y="484"/>
                  </a:cubicBezTo>
                  <a:close/>
                  <a:moveTo>
                    <a:pt x="148" y="19"/>
                  </a:moveTo>
                  <a:cubicBezTo>
                    <a:pt x="126" y="19"/>
                    <a:pt x="106" y="24"/>
                    <a:pt x="88" y="34"/>
                  </a:cubicBezTo>
                  <a:cubicBezTo>
                    <a:pt x="50" y="55"/>
                    <a:pt x="25" y="97"/>
                    <a:pt x="19" y="151"/>
                  </a:cubicBezTo>
                  <a:cubicBezTo>
                    <a:pt x="13" y="207"/>
                    <a:pt x="26" y="269"/>
                    <a:pt x="58" y="327"/>
                  </a:cubicBezTo>
                  <a:cubicBezTo>
                    <a:pt x="90" y="384"/>
                    <a:pt x="135" y="429"/>
                    <a:pt x="186" y="453"/>
                  </a:cubicBezTo>
                  <a:cubicBezTo>
                    <a:pt x="235" y="477"/>
                    <a:pt x="283" y="479"/>
                    <a:pt x="322" y="457"/>
                  </a:cubicBezTo>
                  <a:cubicBezTo>
                    <a:pt x="360" y="436"/>
                    <a:pt x="385" y="394"/>
                    <a:pt x="391" y="340"/>
                  </a:cubicBezTo>
                  <a:cubicBezTo>
                    <a:pt x="397" y="284"/>
                    <a:pt x="383" y="222"/>
                    <a:pt x="352" y="164"/>
                  </a:cubicBezTo>
                  <a:cubicBezTo>
                    <a:pt x="352" y="164"/>
                    <a:pt x="352" y="164"/>
                    <a:pt x="352" y="164"/>
                  </a:cubicBezTo>
                  <a:cubicBezTo>
                    <a:pt x="320" y="107"/>
                    <a:pt x="275" y="62"/>
                    <a:pt x="224" y="38"/>
                  </a:cubicBezTo>
                  <a:cubicBezTo>
                    <a:pt x="198" y="25"/>
                    <a:pt x="172" y="19"/>
                    <a:pt x="148" y="19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  <a:defRPr/>
              </a:pPr>
              <a:endParaRPr sz="1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</a:endParaRPr>
            </a:p>
          </p:txBody>
        </p:sp>
        <p:sp>
          <p:nvSpPr>
            <p:cNvPr id="185" name="Google Shape;185;p33"/>
            <p:cNvSpPr/>
            <p:nvPr/>
          </p:nvSpPr>
          <p:spPr bwMode="auto">
            <a:xfrm>
              <a:off x="4122" y="903"/>
              <a:ext cx="306" cy="370"/>
            </a:xfrm>
            <a:custGeom>
              <a:avLst/>
              <a:gdLst/>
              <a:ahLst/>
              <a:cxnLst/>
              <a:rect l="l" t="t" r="r" b="b"/>
              <a:pathLst>
                <a:path w="282" h="342" fill="norm" stroke="1" extrusionOk="0">
                  <a:moveTo>
                    <a:pt x="249" y="111"/>
                  </a:moveTo>
                  <a:cubicBezTo>
                    <a:pt x="273" y="154"/>
                    <a:pt x="282" y="200"/>
                    <a:pt x="278" y="239"/>
                  </a:cubicBezTo>
                  <a:cubicBezTo>
                    <a:pt x="273" y="278"/>
                    <a:pt x="256" y="310"/>
                    <a:pt x="227" y="326"/>
                  </a:cubicBezTo>
                  <a:cubicBezTo>
                    <a:pt x="197" y="342"/>
                    <a:pt x="161" y="340"/>
                    <a:pt x="126" y="323"/>
                  </a:cubicBezTo>
                  <a:cubicBezTo>
                    <a:pt x="91" y="306"/>
                    <a:pt x="57" y="274"/>
                    <a:pt x="33" y="230"/>
                  </a:cubicBezTo>
                  <a:cubicBezTo>
                    <a:pt x="9" y="187"/>
                    <a:pt x="0" y="141"/>
                    <a:pt x="5" y="102"/>
                  </a:cubicBezTo>
                  <a:cubicBezTo>
                    <a:pt x="9" y="63"/>
                    <a:pt x="27" y="32"/>
                    <a:pt x="56" y="16"/>
                  </a:cubicBezTo>
                  <a:cubicBezTo>
                    <a:pt x="85" y="0"/>
                    <a:pt x="121" y="2"/>
                    <a:pt x="156" y="19"/>
                  </a:cubicBezTo>
                  <a:cubicBezTo>
                    <a:pt x="192" y="36"/>
                    <a:pt x="225" y="68"/>
                    <a:pt x="249" y="11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  <a:defRPr/>
              </a:pPr>
              <a:endParaRPr sz="1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</a:endParaRPr>
            </a:p>
          </p:txBody>
        </p:sp>
        <p:sp>
          <p:nvSpPr>
            <p:cNvPr id="186" name="Google Shape;186;p33"/>
            <p:cNvSpPr/>
            <p:nvPr/>
          </p:nvSpPr>
          <p:spPr bwMode="auto">
            <a:xfrm>
              <a:off x="4115" y="896"/>
              <a:ext cx="320" cy="378"/>
            </a:xfrm>
            <a:custGeom>
              <a:avLst/>
              <a:gdLst/>
              <a:ahLst/>
              <a:cxnLst/>
              <a:rect l="l" t="t" r="r" b="b"/>
              <a:pathLst>
                <a:path w="295" h="349" fill="norm" stroke="1" extrusionOk="0">
                  <a:moveTo>
                    <a:pt x="188" y="349"/>
                  </a:moveTo>
                  <a:cubicBezTo>
                    <a:pt x="169" y="349"/>
                    <a:pt x="150" y="344"/>
                    <a:pt x="129" y="334"/>
                  </a:cubicBezTo>
                  <a:cubicBezTo>
                    <a:pt x="91" y="316"/>
                    <a:pt x="57" y="282"/>
                    <a:pt x="34" y="239"/>
                  </a:cubicBezTo>
                  <a:cubicBezTo>
                    <a:pt x="10" y="196"/>
                    <a:pt x="0" y="150"/>
                    <a:pt x="5" y="108"/>
                  </a:cubicBezTo>
                  <a:cubicBezTo>
                    <a:pt x="9" y="66"/>
                    <a:pt x="29" y="33"/>
                    <a:pt x="59" y="17"/>
                  </a:cubicBezTo>
                  <a:cubicBezTo>
                    <a:pt x="89" y="0"/>
                    <a:pt x="127" y="1"/>
                    <a:pt x="165" y="19"/>
                  </a:cubicBezTo>
                  <a:cubicBezTo>
                    <a:pt x="203" y="38"/>
                    <a:pt x="237" y="71"/>
                    <a:pt x="261" y="114"/>
                  </a:cubicBezTo>
                  <a:cubicBezTo>
                    <a:pt x="284" y="157"/>
                    <a:pt x="295" y="204"/>
                    <a:pt x="290" y="246"/>
                  </a:cubicBezTo>
                  <a:cubicBezTo>
                    <a:pt x="285" y="288"/>
                    <a:pt x="266" y="320"/>
                    <a:pt x="235" y="337"/>
                  </a:cubicBezTo>
                  <a:cubicBezTo>
                    <a:pt x="221" y="345"/>
                    <a:pt x="205" y="349"/>
                    <a:pt x="188" y="349"/>
                  </a:cubicBezTo>
                  <a:close/>
                  <a:moveTo>
                    <a:pt x="106" y="17"/>
                  </a:moveTo>
                  <a:cubicBezTo>
                    <a:pt x="91" y="17"/>
                    <a:pt x="77" y="20"/>
                    <a:pt x="65" y="27"/>
                  </a:cubicBezTo>
                  <a:cubicBezTo>
                    <a:pt x="38" y="42"/>
                    <a:pt x="21" y="71"/>
                    <a:pt x="17" y="109"/>
                  </a:cubicBezTo>
                  <a:cubicBezTo>
                    <a:pt x="12" y="149"/>
                    <a:pt x="22" y="193"/>
                    <a:pt x="44" y="233"/>
                  </a:cubicBezTo>
                  <a:cubicBezTo>
                    <a:pt x="67" y="274"/>
                    <a:pt x="99" y="306"/>
                    <a:pt x="135" y="323"/>
                  </a:cubicBezTo>
                  <a:cubicBezTo>
                    <a:pt x="169" y="340"/>
                    <a:pt x="203" y="341"/>
                    <a:pt x="230" y="326"/>
                  </a:cubicBezTo>
                  <a:cubicBezTo>
                    <a:pt x="256" y="312"/>
                    <a:pt x="274" y="282"/>
                    <a:pt x="278" y="244"/>
                  </a:cubicBezTo>
                  <a:cubicBezTo>
                    <a:pt x="282" y="205"/>
                    <a:pt x="272" y="161"/>
                    <a:pt x="250" y="120"/>
                  </a:cubicBezTo>
                  <a:cubicBezTo>
                    <a:pt x="228" y="79"/>
                    <a:pt x="196" y="47"/>
                    <a:pt x="160" y="30"/>
                  </a:cubicBezTo>
                  <a:cubicBezTo>
                    <a:pt x="141" y="21"/>
                    <a:pt x="123" y="17"/>
                    <a:pt x="106" y="17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  <a:defRPr/>
              </a:pPr>
              <a:endParaRPr sz="1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</a:endParaRPr>
            </a:p>
          </p:txBody>
        </p:sp>
        <p:sp>
          <p:nvSpPr>
            <p:cNvPr id="187" name="Google Shape;187;p33"/>
            <p:cNvSpPr/>
            <p:nvPr/>
          </p:nvSpPr>
          <p:spPr bwMode="auto">
            <a:xfrm>
              <a:off x="4188" y="979"/>
              <a:ext cx="182" cy="219"/>
            </a:xfrm>
            <a:custGeom>
              <a:avLst/>
              <a:gdLst/>
              <a:ahLst/>
              <a:cxnLst/>
              <a:rect l="l" t="t" r="r" b="b"/>
              <a:pathLst>
                <a:path w="168" h="203" fill="norm" stroke="1" extrusionOk="0">
                  <a:moveTo>
                    <a:pt x="148" y="66"/>
                  </a:moveTo>
                  <a:cubicBezTo>
                    <a:pt x="162" y="92"/>
                    <a:pt x="168" y="120"/>
                    <a:pt x="165" y="143"/>
                  </a:cubicBezTo>
                  <a:cubicBezTo>
                    <a:pt x="162" y="166"/>
                    <a:pt x="152" y="185"/>
                    <a:pt x="135" y="194"/>
                  </a:cubicBezTo>
                  <a:cubicBezTo>
                    <a:pt x="118" y="203"/>
                    <a:pt x="97" y="203"/>
                    <a:pt x="76" y="192"/>
                  </a:cubicBezTo>
                  <a:cubicBezTo>
                    <a:pt x="55" y="182"/>
                    <a:pt x="34" y="163"/>
                    <a:pt x="20" y="137"/>
                  </a:cubicBezTo>
                  <a:cubicBezTo>
                    <a:pt x="6" y="111"/>
                    <a:pt x="0" y="83"/>
                    <a:pt x="3" y="60"/>
                  </a:cubicBezTo>
                  <a:cubicBezTo>
                    <a:pt x="5" y="37"/>
                    <a:pt x="16" y="18"/>
                    <a:pt x="33" y="9"/>
                  </a:cubicBezTo>
                  <a:cubicBezTo>
                    <a:pt x="50" y="0"/>
                    <a:pt x="71" y="1"/>
                    <a:pt x="92" y="11"/>
                  </a:cubicBezTo>
                  <a:cubicBezTo>
                    <a:pt x="113" y="21"/>
                    <a:pt x="134" y="40"/>
                    <a:pt x="148" y="66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  <a:defRPr/>
              </a:pPr>
              <a:endParaRPr sz="1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</a:endParaRPr>
            </a:p>
          </p:txBody>
        </p:sp>
        <p:sp>
          <p:nvSpPr>
            <p:cNvPr id="188" name="Google Shape;188;p33"/>
            <p:cNvSpPr/>
            <p:nvPr/>
          </p:nvSpPr>
          <p:spPr bwMode="auto">
            <a:xfrm>
              <a:off x="4182" y="972"/>
              <a:ext cx="195" cy="232"/>
            </a:xfrm>
            <a:custGeom>
              <a:avLst/>
              <a:gdLst/>
              <a:ahLst/>
              <a:cxnLst/>
              <a:rect l="l" t="t" r="r" b="b"/>
              <a:pathLst>
                <a:path w="180" h="214" fill="norm" stroke="1" extrusionOk="0">
                  <a:moveTo>
                    <a:pt x="115" y="214"/>
                  </a:moveTo>
                  <a:cubicBezTo>
                    <a:pt x="104" y="214"/>
                    <a:pt x="91" y="211"/>
                    <a:pt x="79" y="205"/>
                  </a:cubicBezTo>
                  <a:cubicBezTo>
                    <a:pt x="56" y="193"/>
                    <a:pt x="35" y="173"/>
                    <a:pt x="21" y="147"/>
                  </a:cubicBezTo>
                  <a:cubicBezTo>
                    <a:pt x="6" y="121"/>
                    <a:pt x="0" y="92"/>
                    <a:pt x="3" y="66"/>
                  </a:cubicBezTo>
                  <a:cubicBezTo>
                    <a:pt x="6" y="41"/>
                    <a:pt x="17" y="21"/>
                    <a:pt x="36" y="11"/>
                  </a:cubicBezTo>
                  <a:cubicBezTo>
                    <a:pt x="54" y="0"/>
                    <a:pt x="77" y="1"/>
                    <a:pt x="101" y="12"/>
                  </a:cubicBezTo>
                  <a:cubicBezTo>
                    <a:pt x="124" y="24"/>
                    <a:pt x="145" y="44"/>
                    <a:pt x="159" y="70"/>
                  </a:cubicBezTo>
                  <a:cubicBezTo>
                    <a:pt x="159" y="70"/>
                    <a:pt x="159" y="70"/>
                    <a:pt x="159" y="70"/>
                  </a:cubicBezTo>
                  <a:cubicBezTo>
                    <a:pt x="174" y="96"/>
                    <a:pt x="180" y="125"/>
                    <a:pt x="177" y="151"/>
                  </a:cubicBezTo>
                  <a:cubicBezTo>
                    <a:pt x="174" y="176"/>
                    <a:pt x="162" y="196"/>
                    <a:pt x="144" y="206"/>
                  </a:cubicBezTo>
                  <a:cubicBezTo>
                    <a:pt x="135" y="211"/>
                    <a:pt x="125" y="214"/>
                    <a:pt x="115" y="214"/>
                  </a:cubicBezTo>
                  <a:close/>
                  <a:moveTo>
                    <a:pt x="65" y="15"/>
                  </a:moveTo>
                  <a:cubicBezTo>
                    <a:pt x="57" y="15"/>
                    <a:pt x="49" y="17"/>
                    <a:pt x="42" y="21"/>
                  </a:cubicBezTo>
                  <a:cubicBezTo>
                    <a:pt x="27" y="29"/>
                    <a:pt x="17" y="46"/>
                    <a:pt x="15" y="68"/>
                  </a:cubicBezTo>
                  <a:cubicBezTo>
                    <a:pt x="12" y="91"/>
                    <a:pt x="18" y="117"/>
                    <a:pt x="31" y="141"/>
                  </a:cubicBezTo>
                  <a:cubicBezTo>
                    <a:pt x="44" y="165"/>
                    <a:pt x="63" y="184"/>
                    <a:pt x="84" y="194"/>
                  </a:cubicBezTo>
                  <a:cubicBezTo>
                    <a:pt x="104" y="203"/>
                    <a:pt x="123" y="204"/>
                    <a:pt x="138" y="196"/>
                  </a:cubicBezTo>
                  <a:cubicBezTo>
                    <a:pt x="153" y="188"/>
                    <a:pt x="163" y="171"/>
                    <a:pt x="165" y="149"/>
                  </a:cubicBezTo>
                  <a:cubicBezTo>
                    <a:pt x="168" y="126"/>
                    <a:pt x="162" y="100"/>
                    <a:pt x="149" y="76"/>
                  </a:cubicBezTo>
                  <a:cubicBezTo>
                    <a:pt x="149" y="76"/>
                    <a:pt x="149" y="76"/>
                    <a:pt x="149" y="76"/>
                  </a:cubicBezTo>
                  <a:cubicBezTo>
                    <a:pt x="135" y="52"/>
                    <a:pt x="117" y="33"/>
                    <a:pt x="96" y="23"/>
                  </a:cubicBezTo>
                  <a:cubicBezTo>
                    <a:pt x="85" y="18"/>
                    <a:pt x="75" y="15"/>
                    <a:pt x="65" y="15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  <a:defRPr/>
              </a:pPr>
              <a:endParaRPr sz="1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</a:endParaRPr>
            </a:p>
          </p:txBody>
        </p:sp>
        <p:sp>
          <p:nvSpPr>
            <p:cNvPr id="189" name="Google Shape;189;p33"/>
            <p:cNvSpPr/>
            <p:nvPr/>
          </p:nvSpPr>
          <p:spPr bwMode="auto">
            <a:xfrm>
              <a:off x="4243" y="1047"/>
              <a:ext cx="72" cy="85"/>
            </a:xfrm>
            <a:custGeom>
              <a:avLst/>
              <a:gdLst/>
              <a:ahLst/>
              <a:cxnLst/>
              <a:rect l="l" t="t" r="r" b="b"/>
              <a:pathLst>
                <a:path w="66" h="79" fill="norm" stroke="1" extrusionOk="0">
                  <a:moveTo>
                    <a:pt x="15" y="7"/>
                  </a:moveTo>
                  <a:cubicBezTo>
                    <a:pt x="28" y="0"/>
                    <a:pt x="46" y="9"/>
                    <a:pt x="56" y="27"/>
                  </a:cubicBezTo>
                  <a:cubicBezTo>
                    <a:pt x="66" y="45"/>
                    <a:pt x="64" y="65"/>
                    <a:pt x="51" y="72"/>
                  </a:cubicBezTo>
                  <a:cubicBezTo>
                    <a:pt x="38" y="79"/>
                    <a:pt x="20" y="70"/>
                    <a:pt x="10" y="52"/>
                  </a:cubicBezTo>
                  <a:cubicBezTo>
                    <a:pt x="0" y="34"/>
                    <a:pt x="2" y="14"/>
                    <a:pt x="15" y="7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  <a:defRPr/>
              </a:pPr>
              <a:endParaRPr sz="1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</a:endParaRPr>
            </a:p>
          </p:txBody>
        </p:sp>
        <p:sp>
          <p:nvSpPr>
            <p:cNvPr id="190" name="Google Shape;190;p33"/>
            <p:cNvSpPr/>
            <p:nvPr/>
          </p:nvSpPr>
          <p:spPr bwMode="auto">
            <a:xfrm>
              <a:off x="4270" y="687"/>
              <a:ext cx="718" cy="410"/>
            </a:xfrm>
            <a:custGeom>
              <a:avLst/>
              <a:gdLst/>
              <a:ahLst/>
              <a:cxnLst/>
              <a:rect l="l" t="t" r="r" b="b"/>
              <a:pathLst>
                <a:path w="662" h="378" fill="norm" stroke="1" extrusionOk="0">
                  <a:moveTo>
                    <a:pt x="7" y="378"/>
                  </a:moveTo>
                  <a:cubicBezTo>
                    <a:pt x="5" y="378"/>
                    <a:pt x="2" y="377"/>
                    <a:pt x="1" y="375"/>
                  </a:cubicBezTo>
                  <a:cubicBezTo>
                    <a:pt x="0" y="372"/>
                    <a:pt x="1" y="368"/>
                    <a:pt x="4" y="367"/>
                  </a:cubicBezTo>
                  <a:cubicBezTo>
                    <a:pt x="437" y="158"/>
                    <a:pt x="437" y="158"/>
                    <a:pt x="437" y="158"/>
                  </a:cubicBezTo>
                  <a:cubicBezTo>
                    <a:pt x="449" y="68"/>
                    <a:pt x="449" y="68"/>
                    <a:pt x="449" y="68"/>
                  </a:cubicBezTo>
                  <a:cubicBezTo>
                    <a:pt x="449" y="65"/>
                    <a:pt x="452" y="62"/>
                    <a:pt x="456" y="63"/>
                  </a:cubicBezTo>
                  <a:cubicBezTo>
                    <a:pt x="459" y="63"/>
                    <a:pt x="461" y="66"/>
                    <a:pt x="461" y="69"/>
                  </a:cubicBezTo>
                  <a:cubicBezTo>
                    <a:pt x="450" y="152"/>
                    <a:pt x="450" y="152"/>
                    <a:pt x="450" y="152"/>
                  </a:cubicBezTo>
                  <a:cubicBezTo>
                    <a:pt x="480" y="137"/>
                    <a:pt x="480" y="137"/>
                    <a:pt x="480" y="137"/>
                  </a:cubicBezTo>
                  <a:cubicBezTo>
                    <a:pt x="493" y="47"/>
                    <a:pt x="493" y="47"/>
                    <a:pt x="493" y="47"/>
                  </a:cubicBezTo>
                  <a:cubicBezTo>
                    <a:pt x="493" y="43"/>
                    <a:pt x="496" y="41"/>
                    <a:pt x="499" y="42"/>
                  </a:cubicBezTo>
                  <a:cubicBezTo>
                    <a:pt x="503" y="42"/>
                    <a:pt x="505" y="45"/>
                    <a:pt x="505" y="48"/>
                  </a:cubicBezTo>
                  <a:cubicBezTo>
                    <a:pt x="493" y="131"/>
                    <a:pt x="493" y="131"/>
                    <a:pt x="493" y="131"/>
                  </a:cubicBezTo>
                  <a:cubicBezTo>
                    <a:pt x="523" y="116"/>
                    <a:pt x="523" y="116"/>
                    <a:pt x="523" y="116"/>
                  </a:cubicBezTo>
                  <a:cubicBezTo>
                    <a:pt x="536" y="26"/>
                    <a:pt x="536" y="26"/>
                    <a:pt x="536" y="26"/>
                  </a:cubicBezTo>
                  <a:cubicBezTo>
                    <a:pt x="536" y="23"/>
                    <a:pt x="539" y="20"/>
                    <a:pt x="543" y="21"/>
                  </a:cubicBezTo>
                  <a:cubicBezTo>
                    <a:pt x="546" y="21"/>
                    <a:pt x="548" y="24"/>
                    <a:pt x="548" y="28"/>
                  </a:cubicBezTo>
                  <a:cubicBezTo>
                    <a:pt x="536" y="110"/>
                    <a:pt x="536" y="110"/>
                    <a:pt x="536" y="110"/>
                  </a:cubicBezTo>
                  <a:cubicBezTo>
                    <a:pt x="566" y="96"/>
                    <a:pt x="566" y="96"/>
                    <a:pt x="566" y="96"/>
                  </a:cubicBezTo>
                  <a:cubicBezTo>
                    <a:pt x="579" y="5"/>
                    <a:pt x="579" y="5"/>
                    <a:pt x="579" y="5"/>
                  </a:cubicBezTo>
                  <a:cubicBezTo>
                    <a:pt x="579" y="2"/>
                    <a:pt x="582" y="0"/>
                    <a:pt x="586" y="0"/>
                  </a:cubicBezTo>
                  <a:cubicBezTo>
                    <a:pt x="589" y="1"/>
                    <a:pt x="591" y="4"/>
                    <a:pt x="591" y="7"/>
                  </a:cubicBezTo>
                  <a:cubicBezTo>
                    <a:pt x="579" y="96"/>
                    <a:pt x="579" y="96"/>
                    <a:pt x="579" y="96"/>
                  </a:cubicBezTo>
                  <a:cubicBezTo>
                    <a:pt x="658" y="136"/>
                    <a:pt x="658" y="136"/>
                    <a:pt x="658" y="136"/>
                  </a:cubicBezTo>
                  <a:cubicBezTo>
                    <a:pt x="661" y="138"/>
                    <a:pt x="662" y="141"/>
                    <a:pt x="661" y="144"/>
                  </a:cubicBezTo>
                  <a:cubicBezTo>
                    <a:pt x="659" y="147"/>
                    <a:pt x="656" y="148"/>
                    <a:pt x="653" y="147"/>
                  </a:cubicBezTo>
                  <a:cubicBezTo>
                    <a:pt x="572" y="106"/>
                    <a:pt x="572" y="106"/>
                    <a:pt x="572" y="106"/>
                  </a:cubicBezTo>
                  <a:cubicBezTo>
                    <a:pt x="542" y="121"/>
                    <a:pt x="542" y="121"/>
                    <a:pt x="542" y="121"/>
                  </a:cubicBezTo>
                  <a:cubicBezTo>
                    <a:pt x="614" y="157"/>
                    <a:pt x="614" y="157"/>
                    <a:pt x="614" y="157"/>
                  </a:cubicBezTo>
                  <a:cubicBezTo>
                    <a:pt x="617" y="159"/>
                    <a:pt x="618" y="162"/>
                    <a:pt x="617" y="165"/>
                  </a:cubicBezTo>
                  <a:cubicBezTo>
                    <a:pt x="616" y="168"/>
                    <a:pt x="612" y="169"/>
                    <a:pt x="609" y="168"/>
                  </a:cubicBezTo>
                  <a:cubicBezTo>
                    <a:pt x="528" y="127"/>
                    <a:pt x="528" y="127"/>
                    <a:pt x="528" y="127"/>
                  </a:cubicBezTo>
                  <a:cubicBezTo>
                    <a:pt x="499" y="142"/>
                    <a:pt x="499" y="142"/>
                    <a:pt x="499" y="142"/>
                  </a:cubicBezTo>
                  <a:cubicBezTo>
                    <a:pt x="571" y="178"/>
                    <a:pt x="571" y="178"/>
                    <a:pt x="571" y="178"/>
                  </a:cubicBezTo>
                  <a:cubicBezTo>
                    <a:pt x="574" y="179"/>
                    <a:pt x="575" y="183"/>
                    <a:pt x="574" y="186"/>
                  </a:cubicBezTo>
                  <a:cubicBezTo>
                    <a:pt x="572" y="189"/>
                    <a:pt x="569" y="190"/>
                    <a:pt x="566" y="189"/>
                  </a:cubicBezTo>
                  <a:cubicBezTo>
                    <a:pt x="485" y="148"/>
                    <a:pt x="485" y="148"/>
                    <a:pt x="485" y="148"/>
                  </a:cubicBezTo>
                  <a:cubicBezTo>
                    <a:pt x="456" y="162"/>
                    <a:pt x="456" y="162"/>
                    <a:pt x="456" y="162"/>
                  </a:cubicBezTo>
                  <a:cubicBezTo>
                    <a:pt x="528" y="199"/>
                    <a:pt x="528" y="199"/>
                    <a:pt x="528" y="199"/>
                  </a:cubicBezTo>
                  <a:cubicBezTo>
                    <a:pt x="531" y="200"/>
                    <a:pt x="532" y="204"/>
                    <a:pt x="531" y="207"/>
                  </a:cubicBezTo>
                  <a:cubicBezTo>
                    <a:pt x="529" y="210"/>
                    <a:pt x="526" y="211"/>
                    <a:pt x="523" y="209"/>
                  </a:cubicBezTo>
                  <a:cubicBezTo>
                    <a:pt x="442" y="169"/>
                    <a:pt x="442" y="169"/>
                    <a:pt x="442" y="169"/>
                  </a:cubicBezTo>
                  <a:cubicBezTo>
                    <a:pt x="9" y="377"/>
                    <a:pt x="9" y="377"/>
                    <a:pt x="9" y="377"/>
                  </a:cubicBezTo>
                  <a:cubicBezTo>
                    <a:pt x="9" y="378"/>
                    <a:pt x="8" y="378"/>
                    <a:pt x="7" y="378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  <a:defRPr/>
              </a:pPr>
              <a:endParaRPr sz="1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</a:endParaRPr>
            </a:p>
          </p:txBody>
        </p:sp>
        <p:sp>
          <p:nvSpPr>
            <p:cNvPr id="191" name="Google Shape;191;p33"/>
            <p:cNvSpPr/>
            <p:nvPr/>
          </p:nvSpPr>
          <p:spPr bwMode="auto">
            <a:xfrm>
              <a:off x="4278" y="472"/>
              <a:ext cx="583" cy="604"/>
            </a:xfrm>
            <a:custGeom>
              <a:avLst/>
              <a:gdLst/>
              <a:ahLst/>
              <a:cxnLst/>
              <a:rect l="l" t="t" r="r" b="b"/>
              <a:pathLst>
                <a:path w="539" h="558" fill="norm" stroke="1" extrusionOk="0">
                  <a:moveTo>
                    <a:pt x="6" y="558"/>
                  </a:moveTo>
                  <a:cubicBezTo>
                    <a:pt x="5" y="558"/>
                    <a:pt x="4" y="558"/>
                    <a:pt x="2" y="556"/>
                  </a:cubicBezTo>
                  <a:cubicBezTo>
                    <a:pt x="0" y="554"/>
                    <a:pt x="0" y="550"/>
                    <a:pt x="2" y="548"/>
                  </a:cubicBezTo>
                  <a:cubicBezTo>
                    <a:pt x="334" y="201"/>
                    <a:pt x="334" y="201"/>
                    <a:pt x="334" y="201"/>
                  </a:cubicBezTo>
                  <a:cubicBezTo>
                    <a:pt x="314" y="112"/>
                    <a:pt x="314" y="112"/>
                    <a:pt x="314" y="112"/>
                  </a:cubicBezTo>
                  <a:cubicBezTo>
                    <a:pt x="313" y="109"/>
                    <a:pt x="315" y="106"/>
                    <a:pt x="318" y="105"/>
                  </a:cubicBezTo>
                  <a:cubicBezTo>
                    <a:pt x="321" y="104"/>
                    <a:pt x="325" y="106"/>
                    <a:pt x="325" y="109"/>
                  </a:cubicBezTo>
                  <a:cubicBezTo>
                    <a:pt x="344" y="191"/>
                    <a:pt x="344" y="191"/>
                    <a:pt x="344" y="191"/>
                  </a:cubicBezTo>
                  <a:cubicBezTo>
                    <a:pt x="367" y="166"/>
                    <a:pt x="367" y="166"/>
                    <a:pt x="367" y="166"/>
                  </a:cubicBezTo>
                  <a:cubicBezTo>
                    <a:pt x="347" y="77"/>
                    <a:pt x="347" y="77"/>
                    <a:pt x="347" y="77"/>
                  </a:cubicBezTo>
                  <a:cubicBezTo>
                    <a:pt x="346" y="74"/>
                    <a:pt x="348" y="70"/>
                    <a:pt x="352" y="70"/>
                  </a:cubicBezTo>
                  <a:cubicBezTo>
                    <a:pt x="355" y="69"/>
                    <a:pt x="358" y="71"/>
                    <a:pt x="359" y="74"/>
                  </a:cubicBezTo>
                  <a:cubicBezTo>
                    <a:pt x="377" y="156"/>
                    <a:pt x="377" y="156"/>
                    <a:pt x="377" y="156"/>
                  </a:cubicBezTo>
                  <a:cubicBezTo>
                    <a:pt x="400" y="131"/>
                    <a:pt x="400" y="131"/>
                    <a:pt x="400" y="131"/>
                  </a:cubicBezTo>
                  <a:cubicBezTo>
                    <a:pt x="380" y="42"/>
                    <a:pt x="380" y="42"/>
                    <a:pt x="380" y="42"/>
                  </a:cubicBezTo>
                  <a:cubicBezTo>
                    <a:pt x="379" y="39"/>
                    <a:pt x="381" y="36"/>
                    <a:pt x="385" y="35"/>
                  </a:cubicBezTo>
                  <a:cubicBezTo>
                    <a:pt x="388" y="34"/>
                    <a:pt x="391" y="36"/>
                    <a:pt x="392" y="40"/>
                  </a:cubicBezTo>
                  <a:cubicBezTo>
                    <a:pt x="410" y="121"/>
                    <a:pt x="410" y="121"/>
                    <a:pt x="410" y="121"/>
                  </a:cubicBezTo>
                  <a:cubicBezTo>
                    <a:pt x="433" y="97"/>
                    <a:pt x="433" y="97"/>
                    <a:pt x="433" y="97"/>
                  </a:cubicBezTo>
                  <a:cubicBezTo>
                    <a:pt x="413" y="8"/>
                    <a:pt x="413" y="8"/>
                    <a:pt x="413" y="8"/>
                  </a:cubicBezTo>
                  <a:cubicBezTo>
                    <a:pt x="413" y="4"/>
                    <a:pt x="415" y="1"/>
                    <a:pt x="418" y="1"/>
                  </a:cubicBezTo>
                  <a:cubicBezTo>
                    <a:pt x="421" y="0"/>
                    <a:pt x="424" y="2"/>
                    <a:pt x="425" y="5"/>
                  </a:cubicBezTo>
                  <a:cubicBezTo>
                    <a:pt x="445" y="93"/>
                    <a:pt x="445" y="93"/>
                    <a:pt x="445" y="93"/>
                  </a:cubicBezTo>
                  <a:cubicBezTo>
                    <a:pt x="533" y="103"/>
                    <a:pt x="533" y="103"/>
                    <a:pt x="533" y="103"/>
                  </a:cubicBezTo>
                  <a:cubicBezTo>
                    <a:pt x="537" y="103"/>
                    <a:pt x="539" y="106"/>
                    <a:pt x="539" y="109"/>
                  </a:cubicBezTo>
                  <a:cubicBezTo>
                    <a:pt x="538" y="112"/>
                    <a:pt x="535" y="115"/>
                    <a:pt x="532" y="114"/>
                  </a:cubicBezTo>
                  <a:cubicBezTo>
                    <a:pt x="442" y="105"/>
                    <a:pt x="442" y="105"/>
                    <a:pt x="442" y="105"/>
                  </a:cubicBezTo>
                  <a:cubicBezTo>
                    <a:pt x="419" y="129"/>
                    <a:pt x="419" y="129"/>
                    <a:pt x="419" y="129"/>
                  </a:cubicBezTo>
                  <a:cubicBezTo>
                    <a:pt x="500" y="138"/>
                    <a:pt x="500" y="138"/>
                    <a:pt x="500" y="138"/>
                  </a:cubicBezTo>
                  <a:cubicBezTo>
                    <a:pt x="503" y="138"/>
                    <a:pt x="506" y="141"/>
                    <a:pt x="505" y="144"/>
                  </a:cubicBezTo>
                  <a:cubicBezTo>
                    <a:pt x="505" y="147"/>
                    <a:pt x="502" y="150"/>
                    <a:pt x="499" y="149"/>
                  </a:cubicBezTo>
                  <a:cubicBezTo>
                    <a:pt x="409" y="140"/>
                    <a:pt x="409" y="140"/>
                    <a:pt x="409" y="140"/>
                  </a:cubicBezTo>
                  <a:cubicBezTo>
                    <a:pt x="386" y="164"/>
                    <a:pt x="386" y="164"/>
                    <a:pt x="386" y="164"/>
                  </a:cubicBezTo>
                  <a:cubicBezTo>
                    <a:pt x="467" y="172"/>
                    <a:pt x="467" y="172"/>
                    <a:pt x="467" y="172"/>
                  </a:cubicBezTo>
                  <a:cubicBezTo>
                    <a:pt x="470" y="173"/>
                    <a:pt x="472" y="175"/>
                    <a:pt x="472" y="179"/>
                  </a:cubicBezTo>
                  <a:cubicBezTo>
                    <a:pt x="472" y="182"/>
                    <a:pt x="469" y="184"/>
                    <a:pt x="465" y="184"/>
                  </a:cubicBezTo>
                  <a:cubicBezTo>
                    <a:pt x="376" y="175"/>
                    <a:pt x="376" y="175"/>
                    <a:pt x="376" y="175"/>
                  </a:cubicBezTo>
                  <a:cubicBezTo>
                    <a:pt x="353" y="198"/>
                    <a:pt x="353" y="198"/>
                    <a:pt x="353" y="198"/>
                  </a:cubicBezTo>
                  <a:cubicBezTo>
                    <a:pt x="434" y="207"/>
                    <a:pt x="434" y="207"/>
                    <a:pt x="434" y="207"/>
                  </a:cubicBezTo>
                  <a:cubicBezTo>
                    <a:pt x="437" y="207"/>
                    <a:pt x="439" y="210"/>
                    <a:pt x="439" y="213"/>
                  </a:cubicBezTo>
                  <a:cubicBezTo>
                    <a:pt x="439" y="217"/>
                    <a:pt x="436" y="219"/>
                    <a:pt x="432" y="219"/>
                  </a:cubicBezTo>
                  <a:cubicBezTo>
                    <a:pt x="343" y="209"/>
                    <a:pt x="343" y="209"/>
                    <a:pt x="343" y="209"/>
                  </a:cubicBezTo>
                  <a:cubicBezTo>
                    <a:pt x="11" y="556"/>
                    <a:pt x="11" y="556"/>
                    <a:pt x="11" y="556"/>
                  </a:cubicBezTo>
                  <a:cubicBezTo>
                    <a:pt x="10" y="558"/>
                    <a:pt x="8" y="558"/>
                    <a:pt x="6" y="558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  <a:defRPr/>
              </a:pPr>
              <a:endParaRPr sz="1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</a:endParaRPr>
            </a:p>
          </p:txBody>
        </p:sp>
        <p:sp>
          <p:nvSpPr>
            <p:cNvPr id="192" name="Google Shape;192;p33"/>
            <p:cNvSpPr/>
            <p:nvPr/>
          </p:nvSpPr>
          <p:spPr bwMode="auto">
            <a:xfrm>
              <a:off x="4272" y="1050"/>
              <a:ext cx="755" cy="193"/>
            </a:xfrm>
            <a:custGeom>
              <a:avLst/>
              <a:gdLst/>
              <a:ahLst/>
              <a:cxnLst/>
              <a:rect l="l" t="t" r="r" b="b"/>
              <a:pathLst>
                <a:path w="697" h="178" fill="norm" stroke="1" extrusionOk="0">
                  <a:moveTo>
                    <a:pt x="681" y="178"/>
                  </a:moveTo>
                  <a:cubicBezTo>
                    <a:pt x="679" y="178"/>
                    <a:pt x="677" y="177"/>
                    <a:pt x="676" y="175"/>
                  </a:cubicBezTo>
                  <a:cubicBezTo>
                    <a:pt x="628" y="99"/>
                    <a:pt x="628" y="99"/>
                    <a:pt x="628" y="99"/>
                  </a:cubicBezTo>
                  <a:cubicBezTo>
                    <a:pt x="594" y="96"/>
                    <a:pt x="594" y="96"/>
                    <a:pt x="594" y="96"/>
                  </a:cubicBezTo>
                  <a:cubicBezTo>
                    <a:pt x="638" y="165"/>
                    <a:pt x="638" y="165"/>
                    <a:pt x="638" y="165"/>
                  </a:cubicBezTo>
                  <a:cubicBezTo>
                    <a:pt x="640" y="167"/>
                    <a:pt x="639" y="171"/>
                    <a:pt x="636" y="173"/>
                  </a:cubicBezTo>
                  <a:cubicBezTo>
                    <a:pt x="633" y="175"/>
                    <a:pt x="629" y="174"/>
                    <a:pt x="628" y="171"/>
                  </a:cubicBezTo>
                  <a:cubicBezTo>
                    <a:pt x="579" y="95"/>
                    <a:pt x="579" y="95"/>
                    <a:pt x="579" y="95"/>
                  </a:cubicBezTo>
                  <a:cubicBezTo>
                    <a:pt x="547" y="92"/>
                    <a:pt x="547" y="92"/>
                    <a:pt x="547" y="92"/>
                  </a:cubicBezTo>
                  <a:cubicBezTo>
                    <a:pt x="590" y="160"/>
                    <a:pt x="590" y="160"/>
                    <a:pt x="590" y="160"/>
                  </a:cubicBezTo>
                  <a:cubicBezTo>
                    <a:pt x="592" y="163"/>
                    <a:pt x="591" y="167"/>
                    <a:pt x="588" y="169"/>
                  </a:cubicBezTo>
                  <a:cubicBezTo>
                    <a:pt x="586" y="170"/>
                    <a:pt x="582" y="170"/>
                    <a:pt x="580" y="167"/>
                  </a:cubicBezTo>
                  <a:cubicBezTo>
                    <a:pt x="532" y="91"/>
                    <a:pt x="532" y="91"/>
                    <a:pt x="532" y="91"/>
                  </a:cubicBezTo>
                  <a:cubicBezTo>
                    <a:pt x="499" y="88"/>
                    <a:pt x="499" y="88"/>
                    <a:pt x="499" y="88"/>
                  </a:cubicBezTo>
                  <a:cubicBezTo>
                    <a:pt x="542" y="156"/>
                    <a:pt x="542" y="156"/>
                    <a:pt x="542" y="156"/>
                  </a:cubicBezTo>
                  <a:cubicBezTo>
                    <a:pt x="544" y="159"/>
                    <a:pt x="543" y="163"/>
                    <a:pt x="541" y="164"/>
                  </a:cubicBezTo>
                  <a:cubicBezTo>
                    <a:pt x="538" y="166"/>
                    <a:pt x="534" y="165"/>
                    <a:pt x="532" y="162"/>
                  </a:cubicBezTo>
                  <a:cubicBezTo>
                    <a:pt x="484" y="86"/>
                    <a:pt x="484" y="86"/>
                    <a:pt x="484" y="86"/>
                  </a:cubicBezTo>
                  <a:cubicBezTo>
                    <a:pt x="6" y="43"/>
                    <a:pt x="6" y="43"/>
                    <a:pt x="6" y="43"/>
                  </a:cubicBezTo>
                  <a:cubicBezTo>
                    <a:pt x="2" y="43"/>
                    <a:pt x="0" y="40"/>
                    <a:pt x="0" y="37"/>
                  </a:cubicBezTo>
                  <a:cubicBezTo>
                    <a:pt x="0" y="33"/>
                    <a:pt x="3" y="31"/>
                    <a:pt x="7" y="31"/>
                  </a:cubicBezTo>
                  <a:cubicBezTo>
                    <a:pt x="485" y="74"/>
                    <a:pt x="485" y="74"/>
                    <a:pt x="485" y="74"/>
                  </a:cubicBezTo>
                  <a:cubicBezTo>
                    <a:pt x="542" y="3"/>
                    <a:pt x="542" y="3"/>
                    <a:pt x="542" y="3"/>
                  </a:cubicBezTo>
                  <a:cubicBezTo>
                    <a:pt x="544" y="0"/>
                    <a:pt x="548" y="0"/>
                    <a:pt x="550" y="2"/>
                  </a:cubicBezTo>
                  <a:cubicBezTo>
                    <a:pt x="553" y="4"/>
                    <a:pt x="553" y="8"/>
                    <a:pt x="551" y="11"/>
                  </a:cubicBezTo>
                  <a:cubicBezTo>
                    <a:pt x="499" y="76"/>
                    <a:pt x="499" y="76"/>
                    <a:pt x="499" y="76"/>
                  </a:cubicBezTo>
                  <a:cubicBezTo>
                    <a:pt x="533" y="79"/>
                    <a:pt x="533" y="79"/>
                    <a:pt x="533" y="79"/>
                  </a:cubicBezTo>
                  <a:cubicBezTo>
                    <a:pt x="590" y="7"/>
                    <a:pt x="590" y="7"/>
                    <a:pt x="590" y="7"/>
                  </a:cubicBezTo>
                  <a:cubicBezTo>
                    <a:pt x="592" y="5"/>
                    <a:pt x="596" y="4"/>
                    <a:pt x="599" y="6"/>
                  </a:cubicBezTo>
                  <a:cubicBezTo>
                    <a:pt x="601" y="9"/>
                    <a:pt x="602" y="12"/>
                    <a:pt x="599" y="15"/>
                  </a:cubicBezTo>
                  <a:cubicBezTo>
                    <a:pt x="547" y="80"/>
                    <a:pt x="547" y="80"/>
                    <a:pt x="547" y="80"/>
                  </a:cubicBezTo>
                  <a:cubicBezTo>
                    <a:pt x="581" y="83"/>
                    <a:pt x="581" y="83"/>
                    <a:pt x="581" y="83"/>
                  </a:cubicBezTo>
                  <a:cubicBezTo>
                    <a:pt x="638" y="12"/>
                    <a:pt x="638" y="12"/>
                    <a:pt x="638" y="12"/>
                  </a:cubicBezTo>
                  <a:cubicBezTo>
                    <a:pt x="640" y="9"/>
                    <a:pt x="644" y="9"/>
                    <a:pt x="646" y="11"/>
                  </a:cubicBezTo>
                  <a:cubicBezTo>
                    <a:pt x="649" y="13"/>
                    <a:pt x="649" y="17"/>
                    <a:pt x="647" y="19"/>
                  </a:cubicBezTo>
                  <a:cubicBezTo>
                    <a:pt x="595" y="84"/>
                    <a:pt x="595" y="84"/>
                    <a:pt x="595" y="84"/>
                  </a:cubicBezTo>
                  <a:cubicBezTo>
                    <a:pt x="628" y="87"/>
                    <a:pt x="628" y="87"/>
                    <a:pt x="628" y="87"/>
                  </a:cubicBezTo>
                  <a:cubicBezTo>
                    <a:pt x="685" y="16"/>
                    <a:pt x="685" y="16"/>
                    <a:pt x="685" y="16"/>
                  </a:cubicBezTo>
                  <a:cubicBezTo>
                    <a:pt x="688" y="13"/>
                    <a:pt x="691" y="13"/>
                    <a:pt x="694" y="15"/>
                  </a:cubicBezTo>
                  <a:cubicBezTo>
                    <a:pt x="696" y="17"/>
                    <a:pt x="697" y="21"/>
                    <a:pt x="695" y="24"/>
                  </a:cubicBezTo>
                  <a:cubicBezTo>
                    <a:pt x="638" y="94"/>
                    <a:pt x="638" y="94"/>
                    <a:pt x="638" y="94"/>
                  </a:cubicBezTo>
                  <a:cubicBezTo>
                    <a:pt x="686" y="169"/>
                    <a:pt x="686" y="169"/>
                    <a:pt x="686" y="169"/>
                  </a:cubicBezTo>
                  <a:cubicBezTo>
                    <a:pt x="688" y="172"/>
                    <a:pt x="687" y="176"/>
                    <a:pt x="684" y="177"/>
                  </a:cubicBezTo>
                  <a:cubicBezTo>
                    <a:pt x="683" y="178"/>
                    <a:pt x="682" y="178"/>
                    <a:pt x="681" y="178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  <a:defRPr/>
              </a:pPr>
              <a:endParaRPr sz="1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</a:endParaRPr>
            </a:p>
          </p:txBody>
        </p:sp>
      </p:grpSp>
      <p:sp>
        <p:nvSpPr>
          <p:cNvPr id="193" name="Google Shape;193;p33"/>
          <p:cNvSpPr/>
          <p:nvPr/>
        </p:nvSpPr>
        <p:spPr bwMode="auto">
          <a:xfrm>
            <a:off x="310509" y="266690"/>
            <a:ext cx="8523000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/>
            </a:pPr>
            <a:r>
              <a:rPr lang="en-US" sz="2800" b="1">
                <a:solidFill>
                  <a:schemeClr val="dk1"/>
                </a:solidFill>
                <a:latin typeface="Proxima Nova"/>
                <a:ea typeface="Proxima Nova"/>
                <a:cs typeface="Proxima Nova"/>
              </a:rPr>
              <a:t>Описание задачи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94" name="Google Shape;194;p33"/>
          <p:cNvSpPr/>
          <p:nvPr/>
        </p:nvSpPr>
        <p:spPr bwMode="auto">
          <a:xfrm>
            <a:off x="6519545" y="2533650"/>
            <a:ext cx="2232300" cy="2232300"/>
          </a:xfrm>
          <a:prstGeom prst="ellipse">
            <a:avLst/>
          </a:prstGeom>
          <a:noFill/>
          <a:ln w="19050" cap="flat" cmpd="sng">
            <a:solidFill>
              <a:srgbClr val="C4C4C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45725" tIns="45725" rIns="45725" bIns="45725" anchor="ctr" anchorCtr="0">
            <a:noAutofit/>
          </a:bodyPr>
          <a:lstStyle/>
          <a:p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0" name="Google Shape;200;p34"/>
          <p:cNvSpPr/>
          <p:nvPr/>
        </p:nvSpPr>
        <p:spPr bwMode="auto">
          <a:xfrm>
            <a:off x="310505" y="355592"/>
            <a:ext cx="8523000" cy="40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>
              <a:lnSpc>
                <a:spcPct val="90000"/>
              </a:lnSpc>
              <a:spcBef>
                <a:spcPts val="0"/>
              </a:spcBef>
              <a:spcAft>
                <a:spcPts val="1900"/>
              </a:spcAft>
              <a:buClr>
                <a:srgbClr val="000000"/>
              </a:buClr>
              <a:buSzPts val="2800"/>
              <a:buFont typeface="Arial"/>
              <a:buNone/>
              <a:defRPr/>
            </a:pPr>
            <a:r>
              <a:rPr lang="en-US" sz="2800" b="1">
                <a:latin typeface="Proxima Nova"/>
                <a:ea typeface="Proxima Nova"/>
                <a:cs typeface="Proxima Nova"/>
              </a:rPr>
              <a:t>Результаты анализа существующих решений</a:t>
            </a:r>
            <a:endParaRPr/>
          </a:p>
        </p:txBody>
      </p:sp>
      <p:sp>
        <p:nvSpPr>
          <p:cNvPr id="201" name="Google Shape;201;p34"/>
          <p:cNvSpPr/>
          <p:nvPr/>
        </p:nvSpPr>
        <p:spPr bwMode="auto">
          <a:xfrm>
            <a:off x="6561193" y="2554474"/>
            <a:ext cx="2232300" cy="2232300"/>
          </a:xfrm>
          <a:prstGeom prst="ellipse">
            <a:avLst/>
          </a:prstGeom>
          <a:noFill/>
          <a:ln w="19050" cap="flat" cmpd="sng">
            <a:solidFill>
              <a:srgbClr val="C4C4C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45725" tIns="45725" rIns="45725" bIns="45725" anchor="ctr" anchorCtr="0">
            <a:noAutofit/>
          </a:bodyPr>
          <a:lstStyle/>
          <a:p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grpSp>
        <p:nvGrpSpPr>
          <p:cNvPr id="202" name="Google Shape;202;p34"/>
          <p:cNvGrpSpPr/>
          <p:nvPr/>
        </p:nvGrpSpPr>
        <p:grpSpPr bwMode="auto">
          <a:xfrm>
            <a:off x="7142536" y="3123773"/>
            <a:ext cx="1284203" cy="1108800"/>
            <a:chOff x="7100888" y="3102949"/>
            <a:chExt cx="1284203" cy="1108800"/>
          </a:xfrm>
        </p:grpSpPr>
        <p:sp>
          <p:nvSpPr>
            <p:cNvPr id="203" name="Google Shape;203;p34"/>
            <p:cNvSpPr/>
            <p:nvPr/>
          </p:nvSpPr>
          <p:spPr bwMode="auto">
            <a:xfrm>
              <a:off x="7100888" y="3102949"/>
              <a:ext cx="1267200" cy="1108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  <a:defRPr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endParaRPr>
            </a:p>
          </p:txBody>
        </p:sp>
        <p:sp>
          <p:nvSpPr>
            <p:cNvPr id="204" name="Google Shape;204;p34"/>
            <p:cNvSpPr/>
            <p:nvPr/>
          </p:nvSpPr>
          <p:spPr bwMode="auto">
            <a:xfrm>
              <a:off x="7206497" y="3149946"/>
              <a:ext cx="798402" cy="1001716"/>
            </a:xfrm>
            <a:custGeom>
              <a:avLst/>
              <a:gdLst/>
              <a:ahLst/>
              <a:cxnLst/>
              <a:rect l="l" t="t" r="r" b="b"/>
              <a:pathLst>
                <a:path w="727" h="912" fill="norm" stroke="1" extrusionOk="0">
                  <a:moveTo>
                    <a:pt x="34" y="0"/>
                  </a:moveTo>
                  <a:cubicBezTo>
                    <a:pt x="693" y="0"/>
                    <a:pt x="693" y="0"/>
                    <a:pt x="693" y="0"/>
                  </a:cubicBezTo>
                  <a:cubicBezTo>
                    <a:pt x="712" y="0"/>
                    <a:pt x="727" y="15"/>
                    <a:pt x="727" y="34"/>
                  </a:cubicBezTo>
                  <a:cubicBezTo>
                    <a:pt x="727" y="878"/>
                    <a:pt x="727" y="878"/>
                    <a:pt x="727" y="878"/>
                  </a:cubicBezTo>
                  <a:cubicBezTo>
                    <a:pt x="727" y="896"/>
                    <a:pt x="712" y="912"/>
                    <a:pt x="693" y="912"/>
                  </a:cubicBezTo>
                  <a:cubicBezTo>
                    <a:pt x="34" y="912"/>
                    <a:pt x="34" y="912"/>
                    <a:pt x="34" y="912"/>
                  </a:cubicBezTo>
                  <a:cubicBezTo>
                    <a:pt x="15" y="912"/>
                    <a:pt x="0" y="896"/>
                    <a:pt x="0" y="878"/>
                  </a:cubicBezTo>
                  <a:cubicBezTo>
                    <a:pt x="0" y="34"/>
                    <a:pt x="0" y="34"/>
                    <a:pt x="0" y="34"/>
                  </a:cubicBezTo>
                  <a:cubicBezTo>
                    <a:pt x="0" y="15"/>
                    <a:pt x="15" y="0"/>
                    <a:pt x="34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  <a:defRPr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endParaRPr>
            </a:p>
          </p:txBody>
        </p:sp>
        <p:sp>
          <p:nvSpPr>
            <p:cNvPr id="205" name="Google Shape;205;p34"/>
            <p:cNvSpPr/>
            <p:nvPr/>
          </p:nvSpPr>
          <p:spPr bwMode="auto">
            <a:xfrm>
              <a:off x="7199632" y="3143609"/>
              <a:ext cx="811605" cy="1014917"/>
            </a:xfrm>
            <a:custGeom>
              <a:avLst/>
              <a:gdLst/>
              <a:ahLst/>
              <a:cxnLst/>
              <a:rect l="l" t="t" r="r" b="b"/>
              <a:pathLst>
                <a:path w="739" h="924" fill="norm" stroke="1" extrusionOk="0">
                  <a:moveTo>
                    <a:pt x="699" y="924"/>
                  </a:moveTo>
                  <a:cubicBezTo>
                    <a:pt x="40" y="924"/>
                    <a:pt x="40" y="924"/>
                    <a:pt x="40" y="924"/>
                  </a:cubicBezTo>
                  <a:cubicBezTo>
                    <a:pt x="18" y="924"/>
                    <a:pt x="0" y="906"/>
                    <a:pt x="0" y="884"/>
                  </a:cubicBezTo>
                  <a:cubicBezTo>
                    <a:pt x="0" y="40"/>
                    <a:pt x="0" y="40"/>
                    <a:pt x="0" y="40"/>
                  </a:cubicBezTo>
                  <a:cubicBezTo>
                    <a:pt x="0" y="18"/>
                    <a:pt x="18" y="0"/>
                    <a:pt x="40" y="0"/>
                  </a:cubicBezTo>
                  <a:cubicBezTo>
                    <a:pt x="699" y="0"/>
                    <a:pt x="699" y="0"/>
                    <a:pt x="699" y="0"/>
                  </a:cubicBezTo>
                  <a:cubicBezTo>
                    <a:pt x="721" y="0"/>
                    <a:pt x="739" y="18"/>
                    <a:pt x="739" y="40"/>
                  </a:cubicBezTo>
                  <a:cubicBezTo>
                    <a:pt x="739" y="884"/>
                    <a:pt x="739" y="884"/>
                    <a:pt x="739" y="884"/>
                  </a:cubicBezTo>
                  <a:cubicBezTo>
                    <a:pt x="739" y="906"/>
                    <a:pt x="721" y="924"/>
                    <a:pt x="699" y="924"/>
                  </a:cubicBezTo>
                  <a:close/>
                  <a:moveTo>
                    <a:pt x="40" y="12"/>
                  </a:moveTo>
                  <a:cubicBezTo>
                    <a:pt x="25" y="12"/>
                    <a:pt x="12" y="25"/>
                    <a:pt x="12" y="40"/>
                  </a:cubicBezTo>
                  <a:cubicBezTo>
                    <a:pt x="12" y="884"/>
                    <a:pt x="12" y="884"/>
                    <a:pt x="12" y="884"/>
                  </a:cubicBezTo>
                  <a:cubicBezTo>
                    <a:pt x="12" y="899"/>
                    <a:pt x="25" y="912"/>
                    <a:pt x="40" y="912"/>
                  </a:cubicBezTo>
                  <a:cubicBezTo>
                    <a:pt x="699" y="912"/>
                    <a:pt x="699" y="912"/>
                    <a:pt x="699" y="912"/>
                  </a:cubicBezTo>
                  <a:cubicBezTo>
                    <a:pt x="714" y="912"/>
                    <a:pt x="727" y="899"/>
                    <a:pt x="727" y="884"/>
                  </a:cubicBezTo>
                  <a:cubicBezTo>
                    <a:pt x="727" y="40"/>
                    <a:pt x="727" y="40"/>
                    <a:pt x="727" y="40"/>
                  </a:cubicBezTo>
                  <a:cubicBezTo>
                    <a:pt x="727" y="25"/>
                    <a:pt x="714" y="12"/>
                    <a:pt x="699" y="12"/>
                  </a:cubicBezTo>
                  <a:lnTo>
                    <a:pt x="40" y="12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  <a:defRPr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endParaRPr>
            </a:p>
          </p:txBody>
        </p:sp>
        <p:sp>
          <p:nvSpPr>
            <p:cNvPr id="206" name="Google Shape;206;p34"/>
            <p:cNvSpPr/>
            <p:nvPr/>
          </p:nvSpPr>
          <p:spPr bwMode="auto">
            <a:xfrm>
              <a:off x="7165837" y="3109286"/>
              <a:ext cx="798402" cy="1001716"/>
            </a:xfrm>
            <a:custGeom>
              <a:avLst/>
              <a:gdLst/>
              <a:ahLst/>
              <a:cxnLst/>
              <a:rect l="l" t="t" r="r" b="b"/>
              <a:pathLst>
                <a:path w="727" h="912" fill="norm" stroke="1" extrusionOk="0">
                  <a:moveTo>
                    <a:pt x="34" y="0"/>
                  </a:moveTo>
                  <a:cubicBezTo>
                    <a:pt x="693" y="0"/>
                    <a:pt x="693" y="0"/>
                    <a:pt x="693" y="0"/>
                  </a:cubicBezTo>
                  <a:cubicBezTo>
                    <a:pt x="712" y="0"/>
                    <a:pt x="727" y="15"/>
                    <a:pt x="727" y="34"/>
                  </a:cubicBezTo>
                  <a:cubicBezTo>
                    <a:pt x="727" y="878"/>
                    <a:pt x="727" y="878"/>
                    <a:pt x="727" y="878"/>
                  </a:cubicBezTo>
                  <a:cubicBezTo>
                    <a:pt x="727" y="896"/>
                    <a:pt x="712" y="912"/>
                    <a:pt x="693" y="912"/>
                  </a:cubicBezTo>
                  <a:cubicBezTo>
                    <a:pt x="34" y="912"/>
                    <a:pt x="34" y="912"/>
                    <a:pt x="34" y="912"/>
                  </a:cubicBezTo>
                  <a:cubicBezTo>
                    <a:pt x="15" y="912"/>
                    <a:pt x="0" y="896"/>
                    <a:pt x="0" y="878"/>
                  </a:cubicBezTo>
                  <a:cubicBezTo>
                    <a:pt x="0" y="34"/>
                    <a:pt x="0" y="34"/>
                    <a:pt x="0" y="34"/>
                  </a:cubicBezTo>
                  <a:cubicBezTo>
                    <a:pt x="0" y="15"/>
                    <a:pt x="15" y="0"/>
                    <a:pt x="34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  <a:defRPr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endParaRPr>
            </a:p>
          </p:txBody>
        </p:sp>
        <p:sp>
          <p:nvSpPr>
            <p:cNvPr id="207" name="Google Shape;207;p34"/>
            <p:cNvSpPr/>
            <p:nvPr/>
          </p:nvSpPr>
          <p:spPr bwMode="auto">
            <a:xfrm>
              <a:off x="7158973" y="3102949"/>
              <a:ext cx="811605" cy="1014917"/>
            </a:xfrm>
            <a:custGeom>
              <a:avLst/>
              <a:gdLst/>
              <a:ahLst/>
              <a:cxnLst/>
              <a:rect l="l" t="t" r="r" b="b"/>
              <a:pathLst>
                <a:path w="739" h="924" fill="norm" stroke="1" extrusionOk="0">
                  <a:moveTo>
                    <a:pt x="699" y="924"/>
                  </a:moveTo>
                  <a:cubicBezTo>
                    <a:pt x="40" y="924"/>
                    <a:pt x="40" y="924"/>
                    <a:pt x="40" y="924"/>
                  </a:cubicBezTo>
                  <a:cubicBezTo>
                    <a:pt x="18" y="924"/>
                    <a:pt x="0" y="906"/>
                    <a:pt x="0" y="884"/>
                  </a:cubicBezTo>
                  <a:cubicBezTo>
                    <a:pt x="0" y="40"/>
                    <a:pt x="0" y="40"/>
                    <a:pt x="0" y="40"/>
                  </a:cubicBezTo>
                  <a:cubicBezTo>
                    <a:pt x="0" y="18"/>
                    <a:pt x="18" y="0"/>
                    <a:pt x="40" y="0"/>
                  </a:cubicBezTo>
                  <a:cubicBezTo>
                    <a:pt x="699" y="0"/>
                    <a:pt x="699" y="0"/>
                    <a:pt x="699" y="0"/>
                  </a:cubicBezTo>
                  <a:cubicBezTo>
                    <a:pt x="721" y="0"/>
                    <a:pt x="739" y="18"/>
                    <a:pt x="739" y="40"/>
                  </a:cubicBezTo>
                  <a:cubicBezTo>
                    <a:pt x="739" y="884"/>
                    <a:pt x="739" y="884"/>
                    <a:pt x="739" y="884"/>
                  </a:cubicBezTo>
                  <a:cubicBezTo>
                    <a:pt x="739" y="906"/>
                    <a:pt x="721" y="924"/>
                    <a:pt x="699" y="924"/>
                  </a:cubicBezTo>
                  <a:close/>
                  <a:moveTo>
                    <a:pt x="40" y="12"/>
                  </a:moveTo>
                  <a:cubicBezTo>
                    <a:pt x="25" y="12"/>
                    <a:pt x="12" y="25"/>
                    <a:pt x="12" y="40"/>
                  </a:cubicBezTo>
                  <a:cubicBezTo>
                    <a:pt x="12" y="884"/>
                    <a:pt x="12" y="884"/>
                    <a:pt x="12" y="884"/>
                  </a:cubicBezTo>
                  <a:cubicBezTo>
                    <a:pt x="12" y="899"/>
                    <a:pt x="25" y="912"/>
                    <a:pt x="40" y="912"/>
                  </a:cubicBezTo>
                  <a:cubicBezTo>
                    <a:pt x="699" y="912"/>
                    <a:pt x="699" y="912"/>
                    <a:pt x="699" y="912"/>
                  </a:cubicBezTo>
                  <a:cubicBezTo>
                    <a:pt x="715" y="912"/>
                    <a:pt x="727" y="899"/>
                    <a:pt x="727" y="884"/>
                  </a:cubicBezTo>
                  <a:cubicBezTo>
                    <a:pt x="727" y="40"/>
                    <a:pt x="727" y="40"/>
                    <a:pt x="727" y="40"/>
                  </a:cubicBezTo>
                  <a:cubicBezTo>
                    <a:pt x="727" y="25"/>
                    <a:pt x="715" y="12"/>
                    <a:pt x="699" y="12"/>
                  </a:cubicBezTo>
                  <a:lnTo>
                    <a:pt x="40" y="12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  <a:defRPr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endParaRPr>
            </a:p>
          </p:txBody>
        </p:sp>
        <p:sp>
          <p:nvSpPr>
            <p:cNvPr id="208" name="Google Shape;208;p34"/>
            <p:cNvSpPr/>
            <p:nvPr/>
          </p:nvSpPr>
          <p:spPr bwMode="auto">
            <a:xfrm>
              <a:off x="7101944" y="3183213"/>
              <a:ext cx="125146" cy="124092"/>
            </a:xfrm>
            <a:custGeom>
              <a:avLst/>
              <a:gdLst/>
              <a:ahLst/>
              <a:cxnLst/>
              <a:rect l="l" t="t" r="r" b="b"/>
              <a:pathLst>
                <a:path w="114" h="113" fill="norm" stroke="1" extrusionOk="0">
                  <a:moveTo>
                    <a:pt x="57" y="113"/>
                  </a:moveTo>
                  <a:cubicBezTo>
                    <a:pt x="26" y="113"/>
                    <a:pt x="0" y="88"/>
                    <a:pt x="0" y="56"/>
                  </a:cubicBezTo>
                  <a:cubicBezTo>
                    <a:pt x="0" y="25"/>
                    <a:pt x="26" y="0"/>
                    <a:pt x="57" y="0"/>
                  </a:cubicBezTo>
                  <a:cubicBezTo>
                    <a:pt x="88" y="0"/>
                    <a:pt x="114" y="25"/>
                    <a:pt x="114" y="56"/>
                  </a:cubicBezTo>
                  <a:cubicBezTo>
                    <a:pt x="114" y="60"/>
                    <a:pt x="111" y="62"/>
                    <a:pt x="108" y="62"/>
                  </a:cubicBezTo>
                  <a:cubicBezTo>
                    <a:pt x="104" y="62"/>
                    <a:pt x="102" y="60"/>
                    <a:pt x="102" y="56"/>
                  </a:cubicBezTo>
                  <a:cubicBezTo>
                    <a:pt x="102" y="32"/>
                    <a:pt x="82" y="12"/>
                    <a:pt x="57" y="12"/>
                  </a:cubicBezTo>
                  <a:cubicBezTo>
                    <a:pt x="32" y="12"/>
                    <a:pt x="12" y="32"/>
                    <a:pt x="12" y="56"/>
                  </a:cubicBezTo>
                  <a:cubicBezTo>
                    <a:pt x="12" y="81"/>
                    <a:pt x="32" y="101"/>
                    <a:pt x="57" y="101"/>
                  </a:cubicBezTo>
                  <a:cubicBezTo>
                    <a:pt x="60" y="101"/>
                    <a:pt x="63" y="104"/>
                    <a:pt x="63" y="107"/>
                  </a:cubicBezTo>
                  <a:cubicBezTo>
                    <a:pt x="63" y="110"/>
                    <a:pt x="60" y="113"/>
                    <a:pt x="57" y="113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  <a:defRPr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endParaRPr>
            </a:p>
          </p:txBody>
        </p:sp>
        <p:sp>
          <p:nvSpPr>
            <p:cNvPr id="209" name="Google Shape;209;p34"/>
            <p:cNvSpPr/>
            <p:nvPr/>
          </p:nvSpPr>
          <p:spPr bwMode="auto">
            <a:xfrm>
              <a:off x="7101944" y="3365391"/>
              <a:ext cx="125146" cy="124092"/>
            </a:xfrm>
            <a:custGeom>
              <a:avLst/>
              <a:gdLst/>
              <a:ahLst/>
              <a:cxnLst/>
              <a:rect l="l" t="t" r="r" b="b"/>
              <a:pathLst>
                <a:path w="114" h="113" fill="norm" stroke="1" extrusionOk="0">
                  <a:moveTo>
                    <a:pt x="57" y="113"/>
                  </a:moveTo>
                  <a:cubicBezTo>
                    <a:pt x="26" y="113"/>
                    <a:pt x="0" y="88"/>
                    <a:pt x="0" y="57"/>
                  </a:cubicBezTo>
                  <a:cubicBezTo>
                    <a:pt x="0" y="25"/>
                    <a:pt x="26" y="0"/>
                    <a:pt x="57" y="0"/>
                  </a:cubicBezTo>
                  <a:cubicBezTo>
                    <a:pt x="88" y="0"/>
                    <a:pt x="114" y="25"/>
                    <a:pt x="114" y="57"/>
                  </a:cubicBezTo>
                  <a:cubicBezTo>
                    <a:pt x="114" y="60"/>
                    <a:pt x="111" y="63"/>
                    <a:pt x="108" y="63"/>
                  </a:cubicBezTo>
                  <a:cubicBezTo>
                    <a:pt x="104" y="63"/>
                    <a:pt x="102" y="60"/>
                    <a:pt x="102" y="57"/>
                  </a:cubicBezTo>
                  <a:cubicBezTo>
                    <a:pt x="102" y="32"/>
                    <a:pt x="82" y="12"/>
                    <a:pt x="57" y="12"/>
                  </a:cubicBezTo>
                  <a:cubicBezTo>
                    <a:pt x="32" y="12"/>
                    <a:pt x="12" y="32"/>
                    <a:pt x="12" y="57"/>
                  </a:cubicBezTo>
                  <a:cubicBezTo>
                    <a:pt x="12" y="81"/>
                    <a:pt x="32" y="101"/>
                    <a:pt x="57" y="101"/>
                  </a:cubicBezTo>
                  <a:cubicBezTo>
                    <a:pt x="60" y="101"/>
                    <a:pt x="63" y="104"/>
                    <a:pt x="63" y="107"/>
                  </a:cubicBezTo>
                  <a:cubicBezTo>
                    <a:pt x="63" y="111"/>
                    <a:pt x="60" y="113"/>
                    <a:pt x="57" y="113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  <a:defRPr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endParaRPr>
            </a:p>
          </p:txBody>
        </p:sp>
        <p:sp>
          <p:nvSpPr>
            <p:cNvPr id="210" name="Google Shape;210;p34"/>
            <p:cNvSpPr/>
            <p:nvPr/>
          </p:nvSpPr>
          <p:spPr bwMode="auto">
            <a:xfrm>
              <a:off x="7101944" y="3547569"/>
              <a:ext cx="125146" cy="125149"/>
            </a:xfrm>
            <a:custGeom>
              <a:avLst/>
              <a:gdLst/>
              <a:ahLst/>
              <a:cxnLst/>
              <a:rect l="l" t="t" r="r" b="b"/>
              <a:pathLst>
                <a:path w="114" h="114" fill="norm" stroke="1" extrusionOk="0">
                  <a:moveTo>
                    <a:pt x="57" y="114"/>
                  </a:moveTo>
                  <a:cubicBezTo>
                    <a:pt x="26" y="114"/>
                    <a:pt x="0" y="88"/>
                    <a:pt x="0" y="57"/>
                  </a:cubicBezTo>
                  <a:cubicBezTo>
                    <a:pt x="0" y="26"/>
                    <a:pt x="26" y="0"/>
                    <a:pt x="57" y="0"/>
                  </a:cubicBezTo>
                  <a:cubicBezTo>
                    <a:pt x="88" y="0"/>
                    <a:pt x="114" y="26"/>
                    <a:pt x="114" y="57"/>
                  </a:cubicBezTo>
                  <a:cubicBezTo>
                    <a:pt x="114" y="60"/>
                    <a:pt x="111" y="63"/>
                    <a:pt x="108" y="63"/>
                  </a:cubicBezTo>
                  <a:cubicBezTo>
                    <a:pt x="104" y="63"/>
                    <a:pt x="102" y="60"/>
                    <a:pt x="102" y="57"/>
                  </a:cubicBezTo>
                  <a:cubicBezTo>
                    <a:pt x="102" y="32"/>
                    <a:pt x="82" y="12"/>
                    <a:pt x="57" y="12"/>
                  </a:cubicBezTo>
                  <a:cubicBezTo>
                    <a:pt x="32" y="12"/>
                    <a:pt x="12" y="32"/>
                    <a:pt x="12" y="57"/>
                  </a:cubicBezTo>
                  <a:cubicBezTo>
                    <a:pt x="12" y="82"/>
                    <a:pt x="32" y="102"/>
                    <a:pt x="57" y="102"/>
                  </a:cubicBezTo>
                  <a:cubicBezTo>
                    <a:pt x="60" y="102"/>
                    <a:pt x="63" y="104"/>
                    <a:pt x="63" y="108"/>
                  </a:cubicBezTo>
                  <a:cubicBezTo>
                    <a:pt x="63" y="111"/>
                    <a:pt x="60" y="114"/>
                    <a:pt x="57" y="114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  <a:defRPr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endParaRPr>
            </a:p>
          </p:txBody>
        </p:sp>
        <p:sp>
          <p:nvSpPr>
            <p:cNvPr id="211" name="Google Shape;211;p34"/>
            <p:cNvSpPr/>
            <p:nvPr/>
          </p:nvSpPr>
          <p:spPr bwMode="auto">
            <a:xfrm>
              <a:off x="7101944" y="3729748"/>
              <a:ext cx="125146" cy="125149"/>
            </a:xfrm>
            <a:custGeom>
              <a:avLst/>
              <a:gdLst/>
              <a:ahLst/>
              <a:cxnLst/>
              <a:rect l="l" t="t" r="r" b="b"/>
              <a:pathLst>
                <a:path w="114" h="114" fill="norm" stroke="1" extrusionOk="0">
                  <a:moveTo>
                    <a:pt x="57" y="114"/>
                  </a:moveTo>
                  <a:cubicBezTo>
                    <a:pt x="26" y="114"/>
                    <a:pt x="0" y="88"/>
                    <a:pt x="0" y="57"/>
                  </a:cubicBezTo>
                  <a:cubicBezTo>
                    <a:pt x="0" y="26"/>
                    <a:pt x="26" y="0"/>
                    <a:pt x="57" y="0"/>
                  </a:cubicBezTo>
                  <a:cubicBezTo>
                    <a:pt x="88" y="0"/>
                    <a:pt x="114" y="26"/>
                    <a:pt x="114" y="57"/>
                  </a:cubicBezTo>
                  <a:cubicBezTo>
                    <a:pt x="114" y="60"/>
                    <a:pt x="111" y="63"/>
                    <a:pt x="108" y="63"/>
                  </a:cubicBezTo>
                  <a:cubicBezTo>
                    <a:pt x="104" y="63"/>
                    <a:pt x="102" y="60"/>
                    <a:pt x="102" y="57"/>
                  </a:cubicBezTo>
                  <a:cubicBezTo>
                    <a:pt x="102" y="32"/>
                    <a:pt x="82" y="12"/>
                    <a:pt x="57" y="12"/>
                  </a:cubicBezTo>
                  <a:cubicBezTo>
                    <a:pt x="32" y="12"/>
                    <a:pt x="12" y="32"/>
                    <a:pt x="12" y="57"/>
                  </a:cubicBezTo>
                  <a:cubicBezTo>
                    <a:pt x="12" y="82"/>
                    <a:pt x="32" y="102"/>
                    <a:pt x="57" y="102"/>
                  </a:cubicBezTo>
                  <a:cubicBezTo>
                    <a:pt x="60" y="102"/>
                    <a:pt x="63" y="105"/>
                    <a:pt x="63" y="108"/>
                  </a:cubicBezTo>
                  <a:cubicBezTo>
                    <a:pt x="63" y="111"/>
                    <a:pt x="60" y="114"/>
                    <a:pt x="57" y="114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  <a:defRPr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endParaRPr>
            </a:p>
          </p:txBody>
        </p:sp>
        <p:sp>
          <p:nvSpPr>
            <p:cNvPr id="212" name="Google Shape;212;p34"/>
            <p:cNvSpPr/>
            <p:nvPr/>
          </p:nvSpPr>
          <p:spPr bwMode="auto">
            <a:xfrm>
              <a:off x="7101944" y="3912982"/>
              <a:ext cx="125146" cy="124092"/>
            </a:xfrm>
            <a:custGeom>
              <a:avLst/>
              <a:gdLst/>
              <a:ahLst/>
              <a:cxnLst/>
              <a:rect l="l" t="t" r="r" b="b"/>
              <a:pathLst>
                <a:path w="114" h="113" fill="norm" stroke="1" extrusionOk="0">
                  <a:moveTo>
                    <a:pt x="57" y="113"/>
                  </a:moveTo>
                  <a:cubicBezTo>
                    <a:pt x="26" y="113"/>
                    <a:pt x="0" y="88"/>
                    <a:pt x="0" y="56"/>
                  </a:cubicBezTo>
                  <a:cubicBezTo>
                    <a:pt x="0" y="25"/>
                    <a:pt x="26" y="0"/>
                    <a:pt x="57" y="0"/>
                  </a:cubicBezTo>
                  <a:cubicBezTo>
                    <a:pt x="88" y="0"/>
                    <a:pt x="114" y="25"/>
                    <a:pt x="114" y="56"/>
                  </a:cubicBezTo>
                  <a:cubicBezTo>
                    <a:pt x="114" y="60"/>
                    <a:pt x="111" y="62"/>
                    <a:pt x="108" y="62"/>
                  </a:cubicBezTo>
                  <a:cubicBezTo>
                    <a:pt x="104" y="62"/>
                    <a:pt x="102" y="60"/>
                    <a:pt x="102" y="56"/>
                  </a:cubicBezTo>
                  <a:cubicBezTo>
                    <a:pt x="102" y="32"/>
                    <a:pt x="82" y="12"/>
                    <a:pt x="57" y="12"/>
                  </a:cubicBezTo>
                  <a:cubicBezTo>
                    <a:pt x="32" y="12"/>
                    <a:pt x="12" y="32"/>
                    <a:pt x="12" y="56"/>
                  </a:cubicBezTo>
                  <a:cubicBezTo>
                    <a:pt x="12" y="81"/>
                    <a:pt x="32" y="101"/>
                    <a:pt x="57" y="101"/>
                  </a:cubicBezTo>
                  <a:cubicBezTo>
                    <a:pt x="60" y="101"/>
                    <a:pt x="63" y="104"/>
                    <a:pt x="63" y="107"/>
                  </a:cubicBezTo>
                  <a:cubicBezTo>
                    <a:pt x="63" y="110"/>
                    <a:pt x="60" y="113"/>
                    <a:pt x="57" y="113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  <a:defRPr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endParaRPr>
            </a:p>
          </p:txBody>
        </p:sp>
        <p:sp>
          <p:nvSpPr>
            <p:cNvPr id="213" name="Google Shape;213;p34"/>
            <p:cNvSpPr/>
            <p:nvPr/>
          </p:nvSpPr>
          <p:spPr bwMode="auto">
            <a:xfrm>
              <a:off x="7631572" y="3469418"/>
              <a:ext cx="558143" cy="540198"/>
            </a:xfrm>
            <a:custGeom>
              <a:avLst/>
              <a:gdLst/>
              <a:ahLst/>
              <a:cxnLst/>
              <a:rect l="l" t="t" r="r" b="b"/>
              <a:pathLst>
                <a:path w="508" h="492" fill="norm" stroke="1" extrusionOk="0">
                  <a:moveTo>
                    <a:pt x="402" y="3"/>
                  </a:moveTo>
                  <a:cubicBezTo>
                    <a:pt x="405" y="0"/>
                    <a:pt x="410" y="0"/>
                    <a:pt x="413" y="3"/>
                  </a:cubicBezTo>
                  <a:cubicBezTo>
                    <a:pt x="505" y="101"/>
                    <a:pt x="505" y="101"/>
                    <a:pt x="505" y="101"/>
                  </a:cubicBezTo>
                  <a:cubicBezTo>
                    <a:pt x="508" y="104"/>
                    <a:pt x="508" y="109"/>
                    <a:pt x="505" y="112"/>
                  </a:cubicBezTo>
                  <a:cubicBezTo>
                    <a:pt x="484" y="135"/>
                    <a:pt x="484" y="135"/>
                    <a:pt x="484" y="135"/>
                  </a:cubicBezTo>
                  <a:cubicBezTo>
                    <a:pt x="484" y="137"/>
                    <a:pt x="484" y="137"/>
                    <a:pt x="484" y="137"/>
                  </a:cubicBezTo>
                  <a:cubicBezTo>
                    <a:pt x="481" y="144"/>
                    <a:pt x="470" y="154"/>
                    <a:pt x="464" y="155"/>
                  </a:cubicBezTo>
                  <a:cubicBezTo>
                    <a:pt x="461" y="160"/>
                    <a:pt x="455" y="170"/>
                    <a:pt x="444" y="174"/>
                  </a:cubicBezTo>
                  <a:cubicBezTo>
                    <a:pt x="145" y="457"/>
                    <a:pt x="145" y="457"/>
                    <a:pt x="145" y="457"/>
                  </a:cubicBezTo>
                  <a:cubicBezTo>
                    <a:pt x="72" y="474"/>
                    <a:pt x="72" y="474"/>
                    <a:pt x="72" y="474"/>
                  </a:cubicBezTo>
                  <a:cubicBezTo>
                    <a:pt x="0" y="492"/>
                    <a:pt x="0" y="492"/>
                    <a:pt x="0" y="492"/>
                  </a:cubicBezTo>
                  <a:cubicBezTo>
                    <a:pt x="17" y="415"/>
                    <a:pt x="17" y="415"/>
                    <a:pt x="17" y="415"/>
                  </a:cubicBezTo>
                  <a:cubicBezTo>
                    <a:pt x="35" y="339"/>
                    <a:pt x="35" y="339"/>
                    <a:pt x="35" y="339"/>
                  </a:cubicBezTo>
                  <a:cubicBezTo>
                    <a:pt x="339" y="61"/>
                    <a:pt x="339" y="61"/>
                    <a:pt x="339" y="61"/>
                  </a:cubicBezTo>
                  <a:cubicBezTo>
                    <a:pt x="343" y="52"/>
                    <a:pt x="351" y="45"/>
                    <a:pt x="359" y="42"/>
                  </a:cubicBezTo>
                  <a:cubicBezTo>
                    <a:pt x="360" y="36"/>
                    <a:pt x="371" y="26"/>
                    <a:pt x="379" y="24"/>
                  </a:cubicBezTo>
                  <a:cubicBezTo>
                    <a:pt x="380" y="24"/>
                    <a:pt x="380" y="24"/>
                    <a:pt x="380" y="24"/>
                  </a:cubicBezTo>
                  <a:lnTo>
                    <a:pt x="402" y="3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  <a:defRPr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endParaRPr>
            </a:p>
          </p:txBody>
        </p:sp>
        <p:sp>
          <p:nvSpPr>
            <p:cNvPr id="214" name="Google Shape;214;p34"/>
            <p:cNvSpPr/>
            <p:nvPr/>
          </p:nvSpPr>
          <p:spPr bwMode="auto">
            <a:xfrm>
              <a:off x="7623652" y="3464137"/>
              <a:ext cx="573456" cy="552343"/>
            </a:xfrm>
            <a:custGeom>
              <a:avLst/>
              <a:gdLst/>
              <a:ahLst/>
              <a:cxnLst/>
              <a:rect l="l" t="t" r="r" b="b"/>
              <a:pathLst>
                <a:path w="522" h="503" fill="norm" stroke="1" extrusionOk="0">
                  <a:moveTo>
                    <a:pt x="7" y="503"/>
                  </a:moveTo>
                  <a:cubicBezTo>
                    <a:pt x="5" y="503"/>
                    <a:pt x="4" y="502"/>
                    <a:pt x="2" y="501"/>
                  </a:cubicBezTo>
                  <a:cubicBezTo>
                    <a:pt x="1" y="499"/>
                    <a:pt x="0" y="497"/>
                    <a:pt x="1" y="495"/>
                  </a:cubicBezTo>
                  <a:cubicBezTo>
                    <a:pt x="18" y="419"/>
                    <a:pt x="18" y="419"/>
                    <a:pt x="18" y="419"/>
                  </a:cubicBezTo>
                  <a:cubicBezTo>
                    <a:pt x="18" y="419"/>
                    <a:pt x="18" y="419"/>
                    <a:pt x="18" y="419"/>
                  </a:cubicBezTo>
                  <a:cubicBezTo>
                    <a:pt x="36" y="342"/>
                    <a:pt x="36" y="342"/>
                    <a:pt x="36" y="342"/>
                  </a:cubicBezTo>
                  <a:cubicBezTo>
                    <a:pt x="36" y="342"/>
                    <a:pt x="36" y="341"/>
                    <a:pt x="36" y="341"/>
                  </a:cubicBezTo>
                  <a:cubicBezTo>
                    <a:pt x="36" y="341"/>
                    <a:pt x="36" y="341"/>
                    <a:pt x="36" y="341"/>
                  </a:cubicBezTo>
                  <a:cubicBezTo>
                    <a:pt x="36" y="341"/>
                    <a:pt x="36" y="341"/>
                    <a:pt x="36" y="341"/>
                  </a:cubicBezTo>
                  <a:cubicBezTo>
                    <a:pt x="37" y="341"/>
                    <a:pt x="37" y="341"/>
                    <a:pt x="37" y="340"/>
                  </a:cubicBezTo>
                  <a:cubicBezTo>
                    <a:pt x="37" y="340"/>
                    <a:pt x="37" y="340"/>
                    <a:pt x="37" y="340"/>
                  </a:cubicBezTo>
                  <a:cubicBezTo>
                    <a:pt x="37" y="340"/>
                    <a:pt x="37" y="340"/>
                    <a:pt x="37" y="340"/>
                  </a:cubicBezTo>
                  <a:cubicBezTo>
                    <a:pt x="37" y="340"/>
                    <a:pt x="37" y="339"/>
                    <a:pt x="38" y="339"/>
                  </a:cubicBezTo>
                  <a:cubicBezTo>
                    <a:pt x="341" y="62"/>
                    <a:pt x="341" y="62"/>
                    <a:pt x="341" y="62"/>
                  </a:cubicBezTo>
                  <a:cubicBezTo>
                    <a:pt x="345" y="54"/>
                    <a:pt x="353" y="46"/>
                    <a:pt x="361" y="43"/>
                  </a:cubicBezTo>
                  <a:cubicBezTo>
                    <a:pt x="365" y="35"/>
                    <a:pt x="376" y="25"/>
                    <a:pt x="384" y="23"/>
                  </a:cubicBezTo>
                  <a:cubicBezTo>
                    <a:pt x="385" y="23"/>
                    <a:pt x="385" y="23"/>
                    <a:pt x="385" y="23"/>
                  </a:cubicBezTo>
                  <a:cubicBezTo>
                    <a:pt x="404" y="4"/>
                    <a:pt x="404" y="4"/>
                    <a:pt x="404" y="4"/>
                  </a:cubicBezTo>
                  <a:cubicBezTo>
                    <a:pt x="407" y="1"/>
                    <a:pt x="411" y="0"/>
                    <a:pt x="414" y="0"/>
                  </a:cubicBezTo>
                  <a:cubicBezTo>
                    <a:pt x="418" y="0"/>
                    <a:pt x="422" y="2"/>
                    <a:pt x="424" y="4"/>
                  </a:cubicBezTo>
                  <a:cubicBezTo>
                    <a:pt x="517" y="102"/>
                    <a:pt x="517" y="102"/>
                    <a:pt x="517" y="102"/>
                  </a:cubicBezTo>
                  <a:cubicBezTo>
                    <a:pt x="522" y="107"/>
                    <a:pt x="522" y="116"/>
                    <a:pt x="516" y="121"/>
                  </a:cubicBezTo>
                  <a:cubicBezTo>
                    <a:pt x="497" y="142"/>
                    <a:pt x="497" y="142"/>
                    <a:pt x="497" y="142"/>
                  </a:cubicBezTo>
                  <a:cubicBezTo>
                    <a:pt x="497" y="143"/>
                    <a:pt x="496" y="143"/>
                    <a:pt x="496" y="144"/>
                  </a:cubicBezTo>
                  <a:cubicBezTo>
                    <a:pt x="494" y="152"/>
                    <a:pt x="483" y="162"/>
                    <a:pt x="475" y="165"/>
                  </a:cubicBezTo>
                  <a:cubicBezTo>
                    <a:pt x="472" y="171"/>
                    <a:pt x="465" y="180"/>
                    <a:pt x="454" y="184"/>
                  </a:cubicBezTo>
                  <a:cubicBezTo>
                    <a:pt x="156" y="466"/>
                    <a:pt x="156" y="466"/>
                    <a:pt x="156" y="466"/>
                  </a:cubicBezTo>
                  <a:cubicBezTo>
                    <a:pt x="156" y="467"/>
                    <a:pt x="155" y="467"/>
                    <a:pt x="155" y="467"/>
                  </a:cubicBezTo>
                  <a:cubicBezTo>
                    <a:pt x="155" y="467"/>
                    <a:pt x="154" y="467"/>
                    <a:pt x="154" y="467"/>
                  </a:cubicBezTo>
                  <a:cubicBezTo>
                    <a:pt x="154" y="467"/>
                    <a:pt x="154" y="467"/>
                    <a:pt x="154" y="467"/>
                  </a:cubicBezTo>
                  <a:cubicBezTo>
                    <a:pt x="154" y="467"/>
                    <a:pt x="154" y="467"/>
                    <a:pt x="154" y="467"/>
                  </a:cubicBezTo>
                  <a:cubicBezTo>
                    <a:pt x="154" y="467"/>
                    <a:pt x="154" y="468"/>
                    <a:pt x="153" y="468"/>
                  </a:cubicBezTo>
                  <a:cubicBezTo>
                    <a:pt x="81" y="485"/>
                    <a:pt x="81" y="485"/>
                    <a:pt x="81" y="485"/>
                  </a:cubicBezTo>
                  <a:cubicBezTo>
                    <a:pt x="81" y="485"/>
                    <a:pt x="81" y="485"/>
                    <a:pt x="81" y="485"/>
                  </a:cubicBezTo>
                  <a:cubicBezTo>
                    <a:pt x="8" y="502"/>
                    <a:pt x="8" y="502"/>
                    <a:pt x="8" y="502"/>
                  </a:cubicBezTo>
                  <a:cubicBezTo>
                    <a:pt x="8" y="503"/>
                    <a:pt x="7" y="503"/>
                    <a:pt x="7" y="503"/>
                  </a:cubicBezTo>
                  <a:close/>
                  <a:moveTo>
                    <a:pt x="29" y="428"/>
                  </a:moveTo>
                  <a:cubicBezTo>
                    <a:pt x="15" y="488"/>
                    <a:pt x="15" y="488"/>
                    <a:pt x="15" y="488"/>
                  </a:cubicBezTo>
                  <a:cubicBezTo>
                    <a:pt x="72" y="475"/>
                    <a:pt x="72" y="475"/>
                    <a:pt x="72" y="475"/>
                  </a:cubicBezTo>
                  <a:cubicBezTo>
                    <a:pt x="65" y="449"/>
                    <a:pt x="54" y="439"/>
                    <a:pt x="29" y="428"/>
                  </a:cubicBezTo>
                  <a:close/>
                  <a:moveTo>
                    <a:pt x="31" y="416"/>
                  </a:moveTo>
                  <a:cubicBezTo>
                    <a:pt x="60" y="429"/>
                    <a:pt x="75" y="441"/>
                    <a:pt x="84" y="472"/>
                  </a:cubicBezTo>
                  <a:cubicBezTo>
                    <a:pt x="146" y="457"/>
                    <a:pt x="146" y="457"/>
                    <a:pt x="146" y="457"/>
                  </a:cubicBezTo>
                  <a:cubicBezTo>
                    <a:pt x="144" y="435"/>
                    <a:pt x="137" y="430"/>
                    <a:pt x="115" y="428"/>
                  </a:cubicBezTo>
                  <a:cubicBezTo>
                    <a:pt x="114" y="428"/>
                    <a:pt x="113" y="428"/>
                    <a:pt x="113" y="428"/>
                  </a:cubicBezTo>
                  <a:cubicBezTo>
                    <a:pt x="113" y="428"/>
                    <a:pt x="113" y="428"/>
                    <a:pt x="112" y="428"/>
                  </a:cubicBezTo>
                  <a:cubicBezTo>
                    <a:pt x="112" y="428"/>
                    <a:pt x="112" y="428"/>
                    <a:pt x="112" y="428"/>
                  </a:cubicBezTo>
                  <a:cubicBezTo>
                    <a:pt x="112" y="428"/>
                    <a:pt x="112" y="428"/>
                    <a:pt x="112" y="428"/>
                  </a:cubicBezTo>
                  <a:cubicBezTo>
                    <a:pt x="112" y="427"/>
                    <a:pt x="111" y="427"/>
                    <a:pt x="111" y="427"/>
                  </a:cubicBezTo>
                  <a:cubicBezTo>
                    <a:pt x="111" y="426"/>
                    <a:pt x="110" y="426"/>
                    <a:pt x="110" y="425"/>
                  </a:cubicBezTo>
                  <a:cubicBezTo>
                    <a:pt x="110" y="425"/>
                    <a:pt x="109" y="424"/>
                    <a:pt x="109" y="424"/>
                  </a:cubicBezTo>
                  <a:cubicBezTo>
                    <a:pt x="109" y="424"/>
                    <a:pt x="109" y="423"/>
                    <a:pt x="109" y="422"/>
                  </a:cubicBezTo>
                  <a:cubicBezTo>
                    <a:pt x="109" y="422"/>
                    <a:pt x="109" y="421"/>
                    <a:pt x="109" y="420"/>
                  </a:cubicBezTo>
                  <a:cubicBezTo>
                    <a:pt x="109" y="420"/>
                    <a:pt x="110" y="420"/>
                    <a:pt x="110" y="420"/>
                  </a:cubicBezTo>
                  <a:cubicBezTo>
                    <a:pt x="110" y="419"/>
                    <a:pt x="110" y="419"/>
                    <a:pt x="110" y="419"/>
                  </a:cubicBezTo>
                  <a:cubicBezTo>
                    <a:pt x="117" y="408"/>
                    <a:pt x="111" y="399"/>
                    <a:pt x="108" y="395"/>
                  </a:cubicBezTo>
                  <a:cubicBezTo>
                    <a:pt x="101" y="388"/>
                    <a:pt x="89" y="383"/>
                    <a:pt x="81" y="388"/>
                  </a:cubicBezTo>
                  <a:cubicBezTo>
                    <a:pt x="81" y="388"/>
                    <a:pt x="81" y="388"/>
                    <a:pt x="81" y="388"/>
                  </a:cubicBezTo>
                  <a:cubicBezTo>
                    <a:pt x="80" y="388"/>
                    <a:pt x="80" y="388"/>
                    <a:pt x="80" y="388"/>
                  </a:cubicBezTo>
                  <a:cubicBezTo>
                    <a:pt x="79" y="388"/>
                    <a:pt x="79" y="388"/>
                    <a:pt x="78" y="389"/>
                  </a:cubicBezTo>
                  <a:cubicBezTo>
                    <a:pt x="77" y="388"/>
                    <a:pt x="77" y="388"/>
                    <a:pt x="76" y="388"/>
                  </a:cubicBezTo>
                  <a:cubicBezTo>
                    <a:pt x="76" y="388"/>
                    <a:pt x="75" y="388"/>
                    <a:pt x="75" y="387"/>
                  </a:cubicBezTo>
                  <a:cubicBezTo>
                    <a:pt x="74" y="387"/>
                    <a:pt x="74" y="387"/>
                    <a:pt x="73" y="386"/>
                  </a:cubicBezTo>
                  <a:cubicBezTo>
                    <a:pt x="73" y="386"/>
                    <a:pt x="73" y="386"/>
                    <a:pt x="73" y="385"/>
                  </a:cubicBezTo>
                  <a:cubicBezTo>
                    <a:pt x="73" y="385"/>
                    <a:pt x="72" y="385"/>
                    <a:pt x="72" y="384"/>
                  </a:cubicBezTo>
                  <a:cubicBezTo>
                    <a:pt x="72" y="384"/>
                    <a:pt x="72" y="384"/>
                    <a:pt x="72" y="383"/>
                  </a:cubicBezTo>
                  <a:cubicBezTo>
                    <a:pt x="69" y="362"/>
                    <a:pt x="66" y="353"/>
                    <a:pt x="47" y="350"/>
                  </a:cubicBezTo>
                  <a:lnTo>
                    <a:pt x="31" y="416"/>
                  </a:lnTo>
                  <a:close/>
                  <a:moveTo>
                    <a:pt x="128" y="418"/>
                  </a:moveTo>
                  <a:cubicBezTo>
                    <a:pt x="146" y="422"/>
                    <a:pt x="154" y="431"/>
                    <a:pt x="157" y="449"/>
                  </a:cubicBezTo>
                  <a:cubicBezTo>
                    <a:pt x="443" y="178"/>
                    <a:pt x="443" y="178"/>
                    <a:pt x="443" y="178"/>
                  </a:cubicBezTo>
                  <a:cubicBezTo>
                    <a:pt x="434" y="168"/>
                    <a:pt x="427" y="160"/>
                    <a:pt x="420" y="152"/>
                  </a:cubicBezTo>
                  <a:cubicBezTo>
                    <a:pt x="348" y="218"/>
                    <a:pt x="348" y="218"/>
                    <a:pt x="348" y="218"/>
                  </a:cubicBezTo>
                  <a:cubicBezTo>
                    <a:pt x="345" y="220"/>
                    <a:pt x="342" y="220"/>
                    <a:pt x="339" y="217"/>
                  </a:cubicBezTo>
                  <a:cubicBezTo>
                    <a:pt x="337" y="215"/>
                    <a:pt x="337" y="211"/>
                    <a:pt x="340" y="209"/>
                  </a:cubicBezTo>
                  <a:cubicBezTo>
                    <a:pt x="412" y="143"/>
                    <a:pt x="412" y="143"/>
                    <a:pt x="412" y="143"/>
                  </a:cubicBezTo>
                  <a:cubicBezTo>
                    <a:pt x="400" y="131"/>
                    <a:pt x="390" y="119"/>
                    <a:pt x="378" y="107"/>
                  </a:cubicBezTo>
                  <a:cubicBezTo>
                    <a:pt x="232" y="245"/>
                    <a:pt x="232" y="245"/>
                    <a:pt x="232" y="245"/>
                  </a:cubicBezTo>
                  <a:cubicBezTo>
                    <a:pt x="230" y="247"/>
                    <a:pt x="226" y="247"/>
                    <a:pt x="224" y="245"/>
                  </a:cubicBezTo>
                  <a:cubicBezTo>
                    <a:pt x="222" y="242"/>
                    <a:pt x="222" y="238"/>
                    <a:pt x="224" y="236"/>
                  </a:cubicBezTo>
                  <a:cubicBezTo>
                    <a:pt x="370" y="98"/>
                    <a:pt x="370" y="98"/>
                    <a:pt x="370" y="98"/>
                  </a:cubicBezTo>
                  <a:cubicBezTo>
                    <a:pt x="362" y="91"/>
                    <a:pt x="355" y="83"/>
                    <a:pt x="346" y="74"/>
                  </a:cubicBezTo>
                  <a:cubicBezTo>
                    <a:pt x="55" y="340"/>
                    <a:pt x="55" y="340"/>
                    <a:pt x="55" y="340"/>
                  </a:cubicBezTo>
                  <a:cubicBezTo>
                    <a:pt x="73" y="345"/>
                    <a:pt x="79" y="355"/>
                    <a:pt x="82" y="371"/>
                  </a:cubicBezTo>
                  <a:cubicBezTo>
                    <a:pt x="149" y="307"/>
                    <a:pt x="149" y="307"/>
                    <a:pt x="149" y="307"/>
                  </a:cubicBezTo>
                  <a:cubicBezTo>
                    <a:pt x="151" y="305"/>
                    <a:pt x="155" y="305"/>
                    <a:pt x="158" y="307"/>
                  </a:cubicBezTo>
                  <a:cubicBezTo>
                    <a:pt x="160" y="310"/>
                    <a:pt x="160" y="314"/>
                    <a:pt x="157" y="316"/>
                  </a:cubicBezTo>
                  <a:cubicBezTo>
                    <a:pt x="95" y="375"/>
                    <a:pt x="95" y="375"/>
                    <a:pt x="95" y="375"/>
                  </a:cubicBezTo>
                  <a:cubicBezTo>
                    <a:pt x="103" y="377"/>
                    <a:pt x="111" y="381"/>
                    <a:pt x="116" y="387"/>
                  </a:cubicBezTo>
                  <a:cubicBezTo>
                    <a:pt x="121" y="393"/>
                    <a:pt x="124" y="399"/>
                    <a:pt x="125" y="405"/>
                  </a:cubicBezTo>
                  <a:cubicBezTo>
                    <a:pt x="264" y="278"/>
                    <a:pt x="264" y="278"/>
                    <a:pt x="264" y="278"/>
                  </a:cubicBezTo>
                  <a:cubicBezTo>
                    <a:pt x="266" y="276"/>
                    <a:pt x="270" y="276"/>
                    <a:pt x="272" y="279"/>
                  </a:cubicBezTo>
                  <a:cubicBezTo>
                    <a:pt x="274" y="281"/>
                    <a:pt x="274" y="285"/>
                    <a:pt x="272" y="287"/>
                  </a:cubicBezTo>
                  <a:lnTo>
                    <a:pt x="128" y="418"/>
                  </a:lnTo>
                  <a:close/>
                  <a:moveTo>
                    <a:pt x="425" y="140"/>
                  </a:moveTo>
                  <a:cubicBezTo>
                    <a:pt x="433" y="149"/>
                    <a:pt x="442" y="159"/>
                    <a:pt x="453" y="172"/>
                  </a:cubicBezTo>
                  <a:cubicBezTo>
                    <a:pt x="457" y="169"/>
                    <a:pt x="461" y="165"/>
                    <a:pt x="463" y="162"/>
                  </a:cubicBezTo>
                  <a:cubicBezTo>
                    <a:pt x="460" y="160"/>
                    <a:pt x="460" y="160"/>
                    <a:pt x="460" y="160"/>
                  </a:cubicBezTo>
                  <a:cubicBezTo>
                    <a:pt x="458" y="157"/>
                    <a:pt x="458" y="154"/>
                    <a:pt x="460" y="151"/>
                  </a:cubicBezTo>
                  <a:cubicBezTo>
                    <a:pt x="462" y="149"/>
                    <a:pt x="466" y="148"/>
                    <a:pt x="468" y="150"/>
                  </a:cubicBezTo>
                  <a:cubicBezTo>
                    <a:pt x="472" y="154"/>
                    <a:pt x="472" y="154"/>
                    <a:pt x="472" y="154"/>
                  </a:cubicBezTo>
                  <a:cubicBezTo>
                    <a:pt x="476" y="151"/>
                    <a:pt x="482" y="146"/>
                    <a:pt x="484" y="142"/>
                  </a:cubicBezTo>
                  <a:cubicBezTo>
                    <a:pt x="449" y="100"/>
                    <a:pt x="420" y="70"/>
                    <a:pt x="385" y="36"/>
                  </a:cubicBezTo>
                  <a:cubicBezTo>
                    <a:pt x="381" y="37"/>
                    <a:pt x="376" y="42"/>
                    <a:pt x="373" y="46"/>
                  </a:cubicBezTo>
                  <a:cubicBezTo>
                    <a:pt x="378" y="50"/>
                    <a:pt x="378" y="50"/>
                    <a:pt x="378" y="50"/>
                  </a:cubicBezTo>
                  <a:cubicBezTo>
                    <a:pt x="380" y="53"/>
                    <a:pt x="380" y="56"/>
                    <a:pt x="378" y="59"/>
                  </a:cubicBezTo>
                  <a:cubicBezTo>
                    <a:pt x="376" y="61"/>
                    <a:pt x="372" y="61"/>
                    <a:pt x="370" y="59"/>
                  </a:cubicBezTo>
                  <a:cubicBezTo>
                    <a:pt x="364" y="54"/>
                    <a:pt x="364" y="54"/>
                    <a:pt x="364" y="54"/>
                  </a:cubicBezTo>
                  <a:cubicBezTo>
                    <a:pt x="360" y="57"/>
                    <a:pt x="356" y="60"/>
                    <a:pt x="353" y="65"/>
                  </a:cubicBezTo>
                  <a:cubicBezTo>
                    <a:pt x="364" y="76"/>
                    <a:pt x="374" y="85"/>
                    <a:pt x="383" y="94"/>
                  </a:cubicBezTo>
                  <a:cubicBezTo>
                    <a:pt x="383" y="94"/>
                    <a:pt x="383" y="94"/>
                    <a:pt x="383" y="94"/>
                  </a:cubicBezTo>
                  <a:cubicBezTo>
                    <a:pt x="397" y="110"/>
                    <a:pt x="410" y="124"/>
                    <a:pt x="425" y="140"/>
                  </a:cubicBezTo>
                  <a:cubicBezTo>
                    <a:pt x="425" y="140"/>
                    <a:pt x="425" y="140"/>
                    <a:pt x="425" y="140"/>
                  </a:cubicBezTo>
                  <a:close/>
                  <a:moveTo>
                    <a:pt x="396" y="29"/>
                  </a:moveTo>
                  <a:cubicBezTo>
                    <a:pt x="429" y="62"/>
                    <a:pt x="457" y="92"/>
                    <a:pt x="491" y="131"/>
                  </a:cubicBezTo>
                  <a:cubicBezTo>
                    <a:pt x="508" y="113"/>
                    <a:pt x="508" y="113"/>
                    <a:pt x="508" y="113"/>
                  </a:cubicBezTo>
                  <a:cubicBezTo>
                    <a:pt x="509" y="112"/>
                    <a:pt x="509" y="111"/>
                    <a:pt x="508" y="110"/>
                  </a:cubicBezTo>
                  <a:cubicBezTo>
                    <a:pt x="416" y="13"/>
                    <a:pt x="416" y="13"/>
                    <a:pt x="416" y="13"/>
                  </a:cubicBezTo>
                  <a:cubicBezTo>
                    <a:pt x="415" y="12"/>
                    <a:pt x="415" y="12"/>
                    <a:pt x="414" y="12"/>
                  </a:cubicBezTo>
                  <a:cubicBezTo>
                    <a:pt x="414" y="12"/>
                    <a:pt x="413" y="12"/>
                    <a:pt x="413" y="12"/>
                  </a:cubicBezTo>
                  <a:lnTo>
                    <a:pt x="396" y="29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  <a:defRPr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endParaRPr>
            </a:p>
          </p:txBody>
        </p:sp>
        <p:sp>
          <p:nvSpPr>
            <p:cNvPr id="215" name="Google Shape;215;p34"/>
            <p:cNvSpPr/>
            <p:nvPr/>
          </p:nvSpPr>
          <p:spPr bwMode="auto">
            <a:xfrm>
              <a:off x="8228789" y="3631002"/>
              <a:ext cx="143100" cy="71287"/>
            </a:xfrm>
            <a:custGeom>
              <a:avLst/>
              <a:gdLst/>
              <a:ahLst/>
              <a:cxnLst/>
              <a:rect l="l" t="t" r="r" b="b"/>
              <a:pathLst>
                <a:path w="130" h="65" fill="norm" stroke="1" extrusionOk="0">
                  <a:moveTo>
                    <a:pt x="123" y="65"/>
                  </a:moveTo>
                  <a:cubicBezTo>
                    <a:pt x="122" y="65"/>
                    <a:pt x="121" y="64"/>
                    <a:pt x="121" y="64"/>
                  </a:cubicBezTo>
                  <a:cubicBezTo>
                    <a:pt x="5" y="12"/>
                    <a:pt x="5" y="12"/>
                    <a:pt x="5" y="12"/>
                  </a:cubicBezTo>
                  <a:cubicBezTo>
                    <a:pt x="2" y="11"/>
                    <a:pt x="0" y="7"/>
                    <a:pt x="2" y="4"/>
                  </a:cubicBezTo>
                  <a:cubicBezTo>
                    <a:pt x="3" y="1"/>
                    <a:pt x="6" y="0"/>
                    <a:pt x="9" y="1"/>
                  </a:cubicBezTo>
                  <a:cubicBezTo>
                    <a:pt x="125" y="53"/>
                    <a:pt x="125" y="53"/>
                    <a:pt x="125" y="53"/>
                  </a:cubicBezTo>
                  <a:cubicBezTo>
                    <a:pt x="128" y="55"/>
                    <a:pt x="130" y="58"/>
                    <a:pt x="128" y="61"/>
                  </a:cubicBezTo>
                  <a:cubicBezTo>
                    <a:pt x="127" y="63"/>
                    <a:pt x="125" y="65"/>
                    <a:pt x="123" y="65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  <a:defRPr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endParaRPr>
            </a:p>
          </p:txBody>
        </p:sp>
        <p:sp>
          <p:nvSpPr>
            <p:cNvPr id="216" name="Google Shape;216;p34"/>
            <p:cNvSpPr/>
            <p:nvPr/>
          </p:nvSpPr>
          <p:spPr bwMode="auto">
            <a:xfrm>
              <a:off x="8234598" y="3522223"/>
              <a:ext cx="150493" cy="40660"/>
            </a:xfrm>
            <a:custGeom>
              <a:avLst/>
              <a:gdLst/>
              <a:ahLst/>
              <a:cxnLst/>
              <a:rect l="l" t="t" r="r" b="b"/>
              <a:pathLst>
                <a:path w="137" h="37" fill="norm" stroke="1" extrusionOk="0">
                  <a:moveTo>
                    <a:pt x="6" y="37"/>
                  </a:moveTo>
                  <a:cubicBezTo>
                    <a:pt x="4" y="37"/>
                    <a:pt x="1" y="35"/>
                    <a:pt x="0" y="32"/>
                  </a:cubicBezTo>
                  <a:cubicBezTo>
                    <a:pt x="0" y="29"/>
                    <a:pt x="2" y="26"/>
                    <a:pt x="5" y="25"/>
                  </a:cubicBezTo>
                  <a:cubicBezTo>
                    <a:pt x="130" y="0"/>
                    <a:pt x="130" y="0"/>
                    <a:pt x="130" y="0"/>
                  </a:cubicBezTo>
                  <a:cubicBezTo>
                    <a:pt x="133" y="0"/>
                    <a:pt x="136" y="2"/>
                    <a:pt x="137" y="5"/>
                  </a:cubicBezTo>
                  <a:cubicBezTo>
                    <a:pt x="137" y="8"/>
                    <a:pt x="135" y="11"/>
                    <a:pt x="132" y="12"/>
                  </a:cubicBezTo>
                  <a:cubicBezTo>
                    <a:pt x="8" y="37"/>
                    <a:pt x="8" y="37"/>
                    <a:pt x="8" y="37"/>
                  </a:cubicBezTo>
                  <a:cubicBezTo>
                    <a:pt x="7" y="37"/>
                    <a:pt x="7" y="37"/>
                    <a:pt x="6" y="37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  <a:defRPr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endParaRPr>
            </a:p>
          </p:txBody>
        </p:sp>
        <p:sp>
          <p:nvSpPr>
            <p:cNvPr id="217" name="Google Shape;217;p34"/>
            <p:cNvSpPr/>
            <p:nvPr/>
          </p:nvSpPr>
          <p:spPr bwMode="auto">
            <a:xfrm>
              <a:off x="8198163" y="3377536"/>
              <a:ext cx="121978" cy="104025"/>
            </a:xfrm>
            <a:custGeom>
              <a:avLst/>
              <a:gdLst/>
              <a:ahLst/>
              <a:cxnLst/>
              <a:rect l="l" t="t" r="r" b="b"/>
              <a:pathLst>
                <a:path w="111" h="95" fill="norm" stroke="1" extrusionOk="0">
                  <a:moveTo>
                    <a:pt x="6" y="95"/>
                  </a:moveTo>
                  <a:cubicBezTo>
                    <a:pt x="5" y="95"/>
                    <a:pt x="3" y="94"/>
                    <a:pt x="2" y="92"/>
                  </a:cubicBezTo>
                  <a:cubicBezTo>
                    <a:pt x="0" y="90"/>
                    <a:pt x="0" y="86"/>
                    <a:pt x="3" y="84"/>
                  </a:cubicBezTo>
                  <a:cubicBezTo>
                    <a:pt x="100" y="2"/>
                    <a:pt x="100" y="2"/>
                    <a:pt x="100" y="2"/>
                  </a:cubicBezTo>
                  <a:cubicBezTo>
                    <a:pt x="103" y="0"/>
                    <a:pt x="106" y="1"/>
                    <a:pt x="108" y="3"/>
                  </a:cubicBezTo>
                  <a:cubicBezTo>
                    <a:pt x="111" y="6"/>
                    <a:pt x="110" y="10"/>
                    <a:pt x="108" y="12"/>
                  </a:cubicBezTo>
                  <a:cubicBezTo>
                    <a:pt x="10" y="93"/>
                    <a:pt x="10" y="93"/>
                    <a:pt x="10" y="93"/>
                  </a:cubicBezTo>
                  <a:cubicBezTo>
                    <a:pt x="9" y="94"/>
                    <a:pt x="8" y="95"/>
                    <a:pt x="6" y="95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  <a:defRPr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endParaRPr>
            </a:p>
          </p:txBody>
        </p:sp>
        <p:cxnSp>
          <p:nvCxnSpPr>
            <p:cNvPr id="218" name="Google Shape;218;p34"/>
            <p:cNvCxnSpPr>
              <a:cxnSpLocks/>
            </p:cNvCxnSpPr>
            <p:nvPr/>
          </p:nvCxnSpPr>
          <p:spPr bwMode="auto">
            <a:xfrm>
              <a:off x="7299325" y="3241675"/>
              <a:ext cx="546000" cy="0"/>
            </a:xfrm>
            <a:prstGeom prst="straightConnector1">
              <a:avLst/>
            </a:prstGeom>
            <a:noFill/>
            <a:ln w="1587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219" name="Google Shape;219;p34"/>
            <p:cNvCxnSpPr>
              <a:cxnSpLocks/>
            </p:cNvCxnSpPr>
            <p:nvPr/>
          </p:nvCxnSpPr>
          <p:spPr bwMode="auto">
            <a:xfrm>
              <a:off x="7299325" y="3340195"/>
              <a:ext cx="546000" cy="0"/>
            </a:xfrm>
            <a:prstGeom prst="straightConnector1">
              <a:avLst/>
            </a:prstGeom>
            <a:noFill/>
            <a:ln w="1587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220" name="Google Shape;220;p34"/>
            <p:cNvCxnSpPr>
              <a:cxnSpLocks/>
            </p:cNvCxnSpPr>
            <p:nvPr/>
          </p:nvCxnSpPr>
          <p:spPr bwMode="auto">
            <a:xfrm>
              <a:off x="7299325" y="3441251"/>
              <a:ext cx="546000" cy="0"/>
            </a:xfrm>
            <a:prstGeom prst="straightConnector1">
              <a:avLst/>
            </a:prstGeom>
            <a:noFill/>
            <a:ln w="1587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221" name="Google Shape;221;p34"/>
            <p:cNvCxnSpPr>
              <a:cxnSpLocks/>
            </p:cNvCxnSpPr>
            <p:nvPr/>
          </p:nvCxnSpPr>
          <p:spPr bwMode="auto">
            <a:xfrm>
              <a:off x="7299325" y="3547569"/>
              <a:ext cx="546000" cy="0"/>
            </a:xfrm>
            <a:prstGeom prst="straightConnector1">
              <a:avLst/>
            </a:prstGeom>
            <a:noFill/>
            <a:ln w="1587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222" name="Google Shape;222;p34"/>
            <p:cNvCxnSpPr>
              <a:cxnSpLocks/>
            </p:cNvCxnSpPr>
            <p:nvPr/>
          </p:nvCxnSpPr>
          <p:spPr bwMode="auto">
            <a:xfrm>
              <a:off x="7299325" y="3652838"/>
              <a:ext cx="546000" cy="0"/>
            </a:xfrm>
            <a:prstGeom prst="straightConnector1">
              <a:avLst/>
            </a:prstGeom>
            <a:noFill/>
            <a:ln w="1587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223" name="Google Shape;223;p34"/>
            <p:cNvCxnSpPr>
              <a:cxnSpLocks/>
            </p:cNvCxnSpPr>
            <p:nvPr/>
          </p:nvCxnSpPr>
          <p:spPr bwMode="auto">
            <a:xfrm>
              <a:off x="7299325" y="3759793"/>
              <a:ext cx="452700" cy="0"/>
            </a:xfrm>
            <a:prstGeom prst="straightConnector1">
              <a:avLst/>
            </a:prstGeom>
            <a:noFill/>
            <a:ln w="1587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224" name="Google Shape;224;p34"/>
            <p:cNvCxnSpPr>
              <a:cxnSpLocks/>
            </p:cNvCxnSpPr>
            <p:nvPr/>
          </p:nvCxnSpPr>
          <p:spPr bwMode="auto">
            <a:xfrm>
              <a:off x="7299325" y="3854897"/>
              <a:ext cx="363899" cy="0"/>
            </a:xfrm>
            <a:prstGeom prst="straightConnector1">
              <a:avLst/>
            </a:prstGeom>
            <a:noFill/>
            <a:ln w="1587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</p:cxnSp>
      </p:grpSp>
      <p:sp>
        <p:nvSpPr>
          <p:cNvPr id="225" name="Google Shape;225;p34"/>
          <p:cNvSpPr txBox="1"/>
          <p:nvPr/>
        </p:nvSpPr>
        <p:spPr bwMode="auto">
          <a:xfrm>
            <a:off x="382000" y="759150"/>
            <a:ext cx="7087800" cy="3931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indent="0" algn="l">
              <a:spcBef>
                <a:spcPts val="0"/>
              </a:spcBef>
              <a:spcAft>
                <a:spcPts val="300"/>
              </a:spcAft>
              <a:buNone/>
              <a:defRPr/>
            </a:pPr>
            <a:r>
              <a:rPr sz="1300" b="1">
                <a:solidFill>
                  <a:srgbClr val="2E5BFF"/>
                </a:solidFill>
                <a:latin typeface="Proxima Nova"/>
              </a:rPr>
              <a:t>Что уже существует и какие подходы работают</a:t>
            </a:r>
            <a:endParaRPr sz="1700" i="1">
              <a:solidFill>
                <a:schemeClr val="dk1"/>
              </a:solidFill>
              <a:latin typeface="Proxima Nova"/>
              <a:ea typeface="Proxima Nova"/>
              <a:cs typeface="Proxima Nova"/>
            </a:endParaRPr>
          </a:p>
          <a:p>
            <a:pPr algn="l">
              <a:spcAft>
                <a:spcPts val="300"/>
              </a:spcAft>
            </a:pPr>
            <a:r>
              <a:rPr sz="300" b="0">
                <a:solidFill>
                  <a:srgbClr val="22262E"/>
                </a:solidFill>
                <a:latin typeface="Proxima Nova"/>
              </a:rPr>
              <a:t/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22262E"/>
                </a:solidFill>
                <a:latin typeface="Proxima Nova"/>
              </a:rPr>
              <a:t>•  SpamAssassin — правила + байесовский классификатор: precision выше 0.99 на easy_ham, но требует постоянной ручной поддержки правил и не обобщается на новые языки.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22262E"/>
                </a:solidFill>
                <a:latin typeface="Proxima Nova"/>
              </a:rPr>
              <a:t>•  SpamBayes / naive Bayes на токенах — F1 ≈ 0.95–0.97 на публичных корпусах: дёшево и быстро, но плохо ловит обфускацию и короткие письма.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22262E"/>
                </a:solidFill>
                <a:latin typeface="Proxima Nova"/>
              </a:rPr>
              <a:t>•  Трансформеры (BERT-подобные) — F1 0.98–0.99 на Enron и SpamAssassin: лучшее качество, но на порядок дороже в инференсе и требовательны к объёму данных; на корпусах в 10 тыс. писем преимущество нестабильно.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22262E"/>
                </a:solidFill>
                <a:latin typeface="Proxima Nova"/>
              </a:rPr>
              <a:t>•  Коммерческие фильтры (Gmail, Яндекс) — ансамбли моделей плюс репутация отправителя и обратная связь пользователей: precision выше 0.999, недостижимо без собственной инфраструктуры репутации.</a:t>
            </a:r>
          </a:p>
          <a:p>
            <a:pPr algn="l">
              <a:spcAft>
                <a:spcPts val="300"/>
              </a:spcAft>
            </a:pPr>
            <a:r>
              <a:rPr sz="400" b="0">
                <a:solidFill>
                  <a:srgbClr val="22262E"/>
                </a:solidFill>
                <a:latin typeface="Proxima Nova"/>
              </a:rPr>
              <a:t/>
            </a:r>
          </a:p>
          <a:p>
            <a:pPr algn="l">
              <a:spcAft>
                <a:spcPts val="300"/>
              </a:spcAft>
            </a:pPr>
            <a:r>
              <a:rPr sz="1150" b="1">
                <a:solidFill>
                  <a:srgbClr val="0E8A74"/>
                </a:solidFill>
                <a:latin typeface="Proxima Nova"/>
              </a:rPr>
              <a:t>Вывод: лучший результат в открытых задачах дают ансамбли на TF-IDF и градиентном бустинге; трансформеры выигрывают 0.5–1 п.п. при кратно большей стоимости. Для нашего объёма данных выбраны TF-IDF + линейные модели + стекинг.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31" name="Google Shape;231;p35"/>
          <p:cNvSpPr/>
          <p:nvPr/>
        </p:nvSpPr>
        <p:spPr bwMode="auto">
          <a:xfrm>
            <a:off x="356857" y="768400"/>
            <a:ext cx="4754880" cy="39776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300"/>
              </a:spcAft>
              <a:buClr>
                <a:schemeClr val="dk1"/>
              </a:buClr>
              <a:buSzPts val="1100"/>
              <a:buFont typeface="Arial"/>
              <a:buNone/>
              <a:defRPr/>
            </a:pPr>
            <a:r>
              <a:rPr sz="1200" b="1">
                <a:solidFill>
                  <a:srgbClr val="2E5BFF"/>
                </a:solidFill>
                <a:latin typeface="Proxima Nova"/>
              </a:rPr>
              <a:t>Источники (несколько датасетов — требование задания)</a:t>
            </a:r>
            <a:endParaRPr sz="1700" i="1">
              <a:solidFill>
                <a:schemeClr val="dk1"/>
              </a:solidFill>
              <a:latin typeface="Proxima Nova"/>
              <a:ea typeface="Proxima Nova"/>
              <a:cs typeface="Proxima Nova"/>
            </a:endParaRPr>
          </a:p>
          <a:p>
            <a:pPr algn="l">
              <a:spcAft>
                <a:spcPts val="300"/>
              </a:spcAft>
            </a:pPr>
            <a:r>
              <a:rPr sz="300" b="0">
                <a:solidFill>
                  <a:srgbClr val="22262E"/>
                </a:solidFill>
                <a:latin typeface="Proxima Nova"/>
              </a:rPr>
              <a:t/>
            </a:r>
          </a:p>
          <a:p>
            <a:pPr algn="l">
              <a:spcAft>
                <a:spcPts val="300"/>
              </a:spcAft>
            </a:pPr>
            <a:r>
              <a:rPr sz="1050" b="0">
                <a:solidFill>
                  <a:srgbClr val="22262E"/>
                </a:solidFill>
                <a:latin typeface="Proxima Nova"/>
              </a:rPr>
              <a:t>•  SpamAssassin public corpus — 6 155 писем после дедупликации, включая «сложные» нормальные письма (hard_ham).</a:t>
            </a:r>
          </a:p>
          <a:p>
            <a:pPr algn="l">
              <a:spcAft>
                <a:spcPts val="300"/>
              </a:spcAft>
            </a:pPr>
            <a:r>
              <a:rPr sz="1050" b="0">
                <a:solidFill>
                  <a:srgbClr val="22262E"/>
                </a:solidFill>
                <a:latin typeface="Proxima Nova"/>
              </a:rPr>
              <a:t>•  Ling-Spam — 2 875 писем из лингвистической рассылки: другой домен, проверка переносимости.</a:t>
            </a:r>
          </a:p>
          <a:p>
            <a:pPr algn="l">
              <a:spcAft>
                <a:spcPts val="300"/>
              </a:spcAft>
            </a:pPr>
            <a:r>
              <a:rPr sz="1050" b="0">
                <a:solidFill>
                  <a:srgbClr val="22262E"/>
                </a:solidFill>
                <a:latin typeface="Proxima Nova"/>
              </a:rPr>
              <a:t>•  SpamBase (UCI) — 4 601 письмо в виде 57 табличных признаков; признаки воспроизведены на сырых письмах.</a:t>
            </a:r>
          </a:p>
          <a:p>
            <a:pPr algn="l">
              <a:spcAft>
                <a:spcPts val="300"/>
              </a:spcAft>
            </a:pPr>
            <a:r>
              <a:rPr sz="1050" b="0">
                <a:solidFill>
                  <a:srgbClr val="22262E"/>
                </a:solidFill>
                <a:latin typeface="Proxima Nova"/>
              </a:rPr>
              <a:t>•  Транзакционные письма — 25 синтетических примеров (сброс пароля, квитанции, коды), закрывают главный источник ложных срабатываний.</a:t>
            </a:r>
          </a:p>
          <a:p>
            <a:pPr algn="l">
              <a:spcAft>
                <a:spcPts val="300"/>
              </a:spcAft>
            </a:pPr>
            <a:r>
              <a:rPr sz="300" b="0">
                <a:solidFill>
                  <a:srgbClr val="22262E"/>
                </a:solidFill>
                <a:latin typeface="Proxima Nova"/>
              </a:rPr>
              <a:t/>
            </a:r>
          </a:p>
          <a:p>
            <a:pPr algn="l">
              <a:spcAft>
                <a:spcPts val="300"/>
              </a:spcAft>
            </a:pPr>
            <a:r>
              <a:rPr sz="1050" b="1">
                <a:solidFill>
                  <a:srgbClr val="0E8A74"/>
                </a:solidFill>
                <a:latin typeface="Proxima Nova"/>
              </a:rPr>
              <a:t>Итог: 9 055 обучающих писем, спам 25 %; тест из задания 1 545 писем (спам 61 %).</a:t>
            </a:r>
          </a:p>
        </p:txBody>
      </p:sp>
      <p:sp>
        <p:nvSpPr>
          <p:cNvPr id="232" name="Google Shape;232;p35"/>
          <p:cNvSpPr/>
          <p:nvPr/>
        </p:nvSpPr>
        <p:spPr bwMode="auto">
          <a:xfrm>
            <a:off x="348405" y="258215"/>
            <a:ext cx="8523000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/>
            </a:pPr>
            <a:r>
              <a:rPr lang="en-US" sz="2800" b="1">
                <a:solidFill>
                  <a:schemeClr val="dk1"/>
                </a:solidFill>
                <a:latin typeface="Proxima Nova"/>
                <a:ea typeface="Proxima Nova"/>
                <a:cs typeface="Proxima Nova"/>
              </a:rPr>
              <a:t>Описание используемого набора данных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graphicFrame>
        <p:nvGraphicFramePr>
          <p:cNvPr id="233" name="Table 232"/>
          <p:cNvGraphicFramePr>
            <a:graphicFrameLocks noGrp="1"/>
          </p:cNvGraphicFramePr>
          <p:nvPr/>
        </p:nvGraphicFramePr>
        <p:xfrm>
          <a:off x="5257800" y="914400"/>
          <a:ext cx="3566160" cy="2103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88720"/>
                <a:gridCol w="1188720"/>
                <a:gridCol w="1188720"/>
              </a:tblGrid>
              <a:tr h="350520">
                <a:tc>
                  <a:txBody>
                    <a:bodyPr/>
                    <a:lstStyle/>
                    <a:p>
                      <a:pPr algn="l"/>
                      <a:r>
                        <a:rPr sz="950" b="1">
                          <a:solidFill>
                            <a:srgbClr val="FFFFFF"/>
                          </a:solidFill>
                          <a:latin typeface="Proxima Nova"/>
                        </a:rPr>
                        <a:t>Источник</a:t>
                      </a:r>
                    </a:p>
                  </a:txBody>
                  <a:tcPr>
                    <a:solidFill>
                      <a:srgbClr val="2E5B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1">
                          <a:solidFill>
                            <a:srgbClr val="FFFFFF"/>
                          </a:solidFill>
                          <a:latin typeface="Proxima Nova"/>
                        </a:rPr>
                        <a:t>Объём</a:t>
                      </a:r>
                    </a:p>
                  </a:txBody>
                  <a:tcPr>
                    <a:solidFill>
                      <a:srgbClr val="2E5B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1">
                          <a:solidFill>
                            <a:srgbClr val="FFFFFF"/>
                          </a:solidFill>
                          <a:latin typeface="Proxima Nova"/>
                        </a:rPr>
                        <a:t>Тип данных</a:t>
                      </a:r>
                    </a:p>
                  </a:txBody>
                  <a:tcPr>
                    <a:solidFill>
                      <a:srgbClr val="2E5BFF"/>
                    </a:solidFill>
                  </a:tcPr>
                </a:tc>
              </a:tr>
              <a:tr h="350520"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22262E"/>
                          </a:solidFill>
                          <a:latin typeface="Proxima Nova"/>
                        </a:rPr>
                        <a:t>SpamAssassin</a:t>
                      </a:r>
                    </a:p>
                  </a:txBody>
                  <a:tcPr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22262E"/>
                          </a:solidFill>
                          <a:latin typeface="Proxima Nova"/>
                        </a:rPr>
                        <a:t>6 155</a:t>
                      </a:r>
                    </a:p>
                  </a:txBody>
                  <a:tcPr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22262E"/>
                          </a:solidFill>
                          <a:latin typeface="Proxima Nova"/>
                        </a:rPr>
                        <a:t>сырой текст</a:t>
                      </a:r>
                    </a:p>
                  </a:txBody>
                  <a:tcPr>
                    <a:solidFill>
                      <a:srgbClr val="F4F6FA"/>
                    </a:solidFill>
                  </a:tcPr>
                </a:tc>
              </a:tr>
              <a:tr h="350520"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22262E"/>
                          </a:solidFill>
                          <a:latin typeface="Proxima Nova"/>
                        </a:rPr>
                        <a:t>Ling-Spam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22262E"/>
                          </a:solidFill>
                          <a:latin typeface="Proxima Nova"/>
                        </a:rPr>
                        <a:t>2 875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22262E"/>
                          </a:solidFill>
                          <a:latin typeface="Proxima Nova"/>
                        </a:rPr>
                        <a:t>сырой текст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50520"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22262E"/>
                          </a:solidFill>
                          <a:latin typeface="Proxima Nova"/>
                        </a:rPr>
                        <a:t>SpamBase</a:t>
                      </a:r>
                    </a:p>
                  </a:txBody>
                  <a:tcPr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22262E"/>
                          </a:solidFill>
                          <a:latin typeface="Proxima Nova"/>
                        </a:rPr>
                        <a:t>4 601</a:t>
                      </a:r>
                    </a:p>
                  </a:txBody>
                  <a:tcPr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22262E"/>
                          </a:solidFill>
                          <a:latin typeface="Proxima Nova"/>
                        </a:rPr>
                        <a:t>57 признаков</a:t>
                      </a:r>
                    </a:p>
                  </a:txBody>
                  <a:tcPr>
                    <a:solidFill>
                      <a:srgbClr val="F4F6FA"/>
                    </a:solidFill>
                  </a:tcPr>
                </a:tc>
              </a:tr>
              <a:tr h="350520"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22262E"/>
                          </a:solidFill>
                          <a:latin typeface="Proxima Nova"/>
                        </a:rPr>
                        <a:t>Транзакционные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22262E"/>
                          </a:solidFill>
                          <a:latin typeface="Proxima Nova"/>
                        </a:rPr>
                        <a:t>25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22262E"/>
                          </a:solidFill>
                          <a:latin typeface="Proxima Nova"/>
                        </a:rPr>
                        <a:t>синтетика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50520"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22262E"/>
                          </a:solidFill>
                          <a:latin typeface="Proxima Nova"/>
                        </a:rPr>
                        <a:t>Тест из задания</a:t>
                      </a:r>
                    </a:p>
                  </a:txBody>
                  <a:tcPr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22262E"/>
                          </a:solidFill>
                          <a:latin typeface="Proxima Nova"/>
                        </a:rPr>
                        <a:t>1 545</a:t>
                      </a:r>
                    </a:p>
                  </a:txBody>
                  <a:tcPr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22262E"/>
                          </a:solidFill>
                          <a:latin typeface="Proxima Nova"/>
                        </a:rPr>
                        <a:t>сырой текст</a:t>
                      </a:r>
                    </a:p>
                  </a:txBody>
                  <a:tcPr>
                    <a:solidFill>
                      <a:srgbClr val="F4F6FA"/>
                    </a:solidFill>
                  </a:tcPr>
                </a:tc>
              </a:tr>
            </a:tbl>
          </a:graphicData>
        </a:graphic>
      </p:graphicFrame>
      <p:sp>
        <p:nvSpPr>
          <p:cNvPr id="234" name="TextBox 233"/>
          <p:cNvSpPr txBox="1"/>
          <p:nvPr/>
        </p:nvSpPr>
        <p:spPr>
          <a:xfrm>
            <a:off x="5257800" y="3154680"/>
            <a:ext cx="36118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2E5BFF"/>
                </a:solidFill>
                <a:latin typeface="Proxima Nova"/>
              </a:rPr>
              <a:t>Преобразования</a:t>
            </a:r>
          </a:p>
          <a:p>
            <a:pPr algn="l">
              <a:spcAft>
                <a:spcPts val="300"/>
              </a:spcAft>
            </a:pPr>
            <a:r>
              <a:rPr sz="950" b="0">
                <a:solidFill>
                  <a:srgbClr val="22262E"/>
                </a:solidFill>
                <a:latin typeface="Proxima Nova"/>
              </a:rPr>
              <a:t>•  разбор MIME, извлечение текста из HTML</a:t>
            </a:r>
          </a:p>
          <a:p>
            <a:pPr algn="l">
              <a:spcAft>
                <a:spcPts val="300"/>
              </a:spcAft>
            </a:pPr>
            <a:r>
              <a:rPr sz="950" b="0">
                <a:solidFill>
                  <a:srgbClr val="22262E"/>
                </a:solidFill>
                <a:latin typeface="Proxima Nova"/>
              </a:rPr>
              <a:t>•  замена URL, e-mail и чисел токенами</a:t>
            </a:r>
          </a:p>
          <a:p>
            <a:pPr algn="l">
              <a:spcAft>
                <a:spcPts val="300"/>
              </a:spcAft>
            </a:pPr>
            <a:r>
              <a:rPr sz="950" b="0">
                <a:solidFill>
                  <a:srgbClr val="22262E"/>
                </a:solidFill>
                <a:latin typeface="Proxima Nova"/>
              </a:rPr>
              <a:t>•  дедупликация: удалено 3 217 копий</a:t>
            </a:r>
          </a:p>
          <a:p>
            <a:pPr algn="l">
              <a:spcAft>
                <a:spcPts val="300"/>
              </a:spcAft>
            </a:pPr>
            <a:r>
              <a:rPr sz="950" b="0">
                <a:solidFill>
                  <a:srgbClr val="22262E"/>
                </a:solidFill>
                <a:latin typeface="Proxima Nova"/>
              </a:rPr>
              <a:t>•  проверка пересечения с тестом: 1 203 письма</a:t>
            </a:r>
          </a:p>
          <a:p>
            <a:pPr algn="l">
              <a:spcAft>
                <a:spcPts val="300"/>
              </a:spcAft>
            </a:pPr>
            <a:r>
              <a:rPr sz="950" b="0">
                <a:solidFill>
                  <a:srgbClr val="22262E"/>
                </a:solidFill>
                <a:latin typeface="Proxima Nova"/>
              </a:rPr>
              <a:t>•  числовые признаки: 94 (SpamBase + метаданные)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38" name="Google Shape;238;p36"/>
          <p:cNvSpPr/>
          <p:nvPr/>
        </p:nvSpPr>
        <p:spPr bwMode="auto">
          <a:xfrm>
            <a:off x="356857" y="768400"/>
            <a:ext cx="4709160" cy="39776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300"/>
              </a:spcAft>
              <a:buNone/>
              <a:defRPr/>
            </a:pPr>
            <a:r>
              <a:rPr sz="1200" b="1">
                <a:solidFill>
                  <a:srgbClr val="2E5BFF"/>
                </a:solidFill>
                <a:latin typeface="Proxima Nova"/>
              </a:rPr>
              <a:t>Архитектура</a:t>
            </a:r>
            <a:endParaRPr sz="1700" i="1">
              <a:solidFill>
                <a:schemeClr val="dk1"/>
              </a:solidFill>
              <a:latin typeface="Proxima Nova"/>
              <a:ea typeface="Proxima Nova"/>
              <a:cs typeface="Proxima Nova"/>
            </a:endParaRPr>
          </a:p>
          <a:p>
            <a:pPr algn="l">
              <a:spcAft>
                <a:spcPts val="300"/>
              </a:spcAft>
            </a:pPr>
            <a:r>
              <a:rPr sz="1000" b="0">
                <a:solidFill>
                  <a:srgbClr val="22262E"/>
                </a:solidFill>
                <a:latin typeface="Proxima Nova"/>
              </a:rPr>
              <a:t>TF-IDF по словам (1–2-граммы, 60 000 признаков) и по символьным n-граммам (3–4, 200 000) плюс 94 числовых признака. Четыре базовые модели: логистическая регрессия, линейный SVM, Complement NB, градиентный бустинг. Стекинг — логистическая регрессия на логитах четырёх моделей и числовых признаках.</a:t>
            </a:r>
          </a:p>
          <a:p>
            <a:pPr algn="l">
              <a:spcAft>
                <a:spcPts val="300"/>
              </a:spcAft>
            </a:pPr>
            <a:r>
              <a:rPr sz="300" b="0">
                <a:solidFill>
                  <a:srgbClr val="22262E"/>
                </a:solidFill>
                <a:latin typeface="Proxima Nova"/>
              </a:rPr>
              <a:t/>
            </a:r>
          </a:p>
          <a:p>
            <a:pPr algn="l">
              <a:spcAft>
                <a:spcPts val="300"/>
              </a:spcAft>
            </a:pPr>
            <a:r>
              <a:rPr sz="1200" b="1">
                <a:solidFill>
                  <a:srgbClr val="2E5BFF"/>
                </a:solidFill>
                <a:latin typeface="Proxima Nova"/>
              </a:rPr>
              <a:t>Обучение</a:t>
            </a:r>
          </a:p>
          <a:p>
            <a:pPr algn="l">
              <a:spcAft>
                <a:spcPts val="300"/>
              </a:spcAft>
            </a:pPr>
            <a:r>
              <a:rPr sz="1000" b="0">
                <a:solidFill>
                  <a:srgbClr val="22262E"/>
                </a:solidFill>
                <a:latin typeface="Proxima Nova"/>
              </a:rPr>
              <a:t>5-фолдовая стратифицированная кросс-валидация, фиксированный seed, порог подбирается по OOF-предсказаниям с приоритетом precision.</a:t>
            </a:r>
          </a:p>
          <a:p>
            <a:pPr algn="l">
              <a:spcAft>
                <a:spcPts val="300"/>
              </a:spcAft>
            </a:pPr>
            <a:r>
              <a:rPr sz="300" b="0">
                <a:solidFill>
                  <a:srgbClr val="22262E"/>
                </a:solidFill>
                <a:latin typeface="Proxima Nova"/>
              </a:rPr>
              <a:t/>
            </a:r>
          </a:p>
          <a:p>
            <a:pPr algn="l">
              <a:spcAft>
                <a:spcPts val="300"/>
              </a:spcAft>
            </a:pPr>
            <a:r>
              <a:rPr sz="1200" b="1">
                <a:solidFill>
                  <a:srgbClr val="2E5BFF"/>
                </a:solidFill>
                <a:latin typeface="Proxima Nova"/>
              </a:rPr>
              <a:t>Метрики на валидации</a:t>
            </a:r>
          </a:p>
          <a:p>
            <a:pPr algn="l">
              <a:spcAft>
                <a:spcPts val="300"/>
              </a:spcAft>
            </a:pPr>
            <a:r>
              <a:rPr sz="1000" b="0">
                <a:solidFill>
                  <a:srgbClr val="22262E"/>
                </a:solidFill>
                <a:latin typeface="Proxima Nova"/>
              </a:rPr>
              <a:t>F1 = 0.977, precision = 0.980, recall = 0.975; ложных срабатываний 46 из 6748 (0.68 %).</a:t>
            </a:r>
          </a:p>
          <a:p>
            <a:pPr algn="l">
              <a:spcAft>
                <a:spcPts val="300"/>
              </a:spcAft>
            </a:pPr>
            <a:r>
              <a:rPr sz="300" b="0">
                <a:solidFill>
                  <a:srgbClr val="22262E"/>
                </a:solidFill>
                <a:latin typeface="Proxima Nova"/>
              </a:rPr>
              <a:t/>
            </a:r>
          </a:p>
          <a:p>
            <a:pPr algn="l">
              <a:spcAft>
                <a:spcPts val="300"/>
              </a:spcAft>
            </a:pPr>
            <a:r>
              <a:rPr sz="1200" b="1">
                <a:solidFill>
                  <a:srgbClr val="2E5BFF"/>
                </a:solidFill>
                <a:latin typeface="Proxima Nova"/>
              </a:rPr>
              <a:t>Почему так</a:t>
            </a:r>
          </a:p>
          <a:p>
            <a:pPr algn="l">
              <a:spcAft>
                <a:spcPts val="300"/>
              </a:spcAft>
            </a:pPr>
            <a:r>
              <a:rPr sz="1000" b="0">
                <a:solidFill>
                  <a:srgbClr val="22262E"/>
                </a:solidFill>
                <a:latin typeface="Proxima Nova"/>
              </a:rPr>
              <a:t>Линейные модели хорошо работают на разреженном TF-IDF, бустинг — на плотных признаках; стекинг объединяет сильные стороны и даёт +0.3 п.п. F1 к лучшей базовой модели.</a:t>
            </a:r>
          </a:p>
        </p:txBody>
      </p:sp>
      <p:sp>
        <p:nvSpPr>
          <p:cNvPr id="239" name="Google Shape;239;p36"/>
          <p:cNvSpPr/>
          <p:nvPr/>
        </p:nvSpPr>
        <p:spPr bwMode="auto">
          <a:xfrm>
            <a:off x="359730" y="76189"/>
            <a:ext cx="8523000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/>
            </a:pPr>
            <a:r>
              <a:rPr lang="en-US" sz="2800" b="1">
                <a:solidFill>
                  <a:schemeClr val="dk1"/>
                </a:solidFill>
                <a:latin typeface="Proxima Nova"/>
                <a:ea typeface="Proxima Nova"/>
                <a:cs typeface="Proxima Nova"/>
              </a:rPr>
              <a:t>Описание выбранной модели (с обоснованием)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240" name="Picture 239" descr="qualit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20640" y="1143000"/>
            <a:ext cx="3749039" cy="1610973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45" name="Google Shape;245;p37"/>
          <p:cNvSpPr/>
          <p:nvPr/>
        </p:nvSpPr>
        <p:spPr bwMode="auto">
          <a:xfrm>
            <a:off x="394757" y="768400"/>
            <a:ext cx="4709160" cy="39776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300"/>
              </a:spcAft>
              <a:buClr>
                <a:schemeClr val="dk1"/>
              </a:buClr>
              <a:buSzPts val="1100"/>
              <a:buFont typeface="Arial"/>
              <a:buNone/>
              <a:defRPr/>
            </a:pPr>
            <a:r>
              <a:rPr sz="1200" b="1">
                <a:solidFill>
                  <a:srgbClr val="2E5BFF"/>
                </a:solidFill>
                <a:latin typeface="Proxima Nova"/>
              </a:rPr>
              <a:t>Тестовый набор из задания</a:t>
            </a:r>
            <a:endParaRPr sz="1700" i="1">
              <a:solidFill>
                <a:schemeClr val="dk1"/>
              </a:solidFill>
              <a:latin typeface="Proxima Nova"/>
              <a:ea typeface="Proxima Nova"/>
              <a:cs typeface="Proxima Nova"/>
            </a:endParaRPr>
          </a:p>
          <a:p>
            <a:pPr algn="l">
              <a:spcAft>
                <a:spcPts val="300"/>
              </a:spcAft>
            </a:pPr>
            <a:r>
              <a:rPr sz="1000" b="0">
                <a:solidFill>
                  <a:srgbClr val="22262E"/>
                </a:solidFill>
                <a:latin typeface="Proxima Nova"/>
              </a:rPr>
              <a:t>F1 = 0.941, precision = 0.988, recall = 0.897; ложных срабатываний 10 из 590, пропущено 98 из 955.</a:t>
            </a:r>
          </a:p>
          <a:p>
            <a:pPr algn="l">
              <a:spcAft>
                <a:spcPts val="300"/>
              </a:spcAft>
            </a:pPr>
            <a:r>
              <a:rPr sz="300" b="0">
                <a:solidFill>
                  <a:srgbClr val="22262E"/>
                </a:solidFill>
                <a:latin typeface="Proxima Nova"/>
              </a:rPr>
              <a:t/>
            </a:r>
          </a:p>
          <a:p>
            <a:pPr algn="l">
              <a:spcAft>
                <a:spcPts val="300"/>
              </a:spcAft>
            </a:pPr>
            <a:r>
              <a:rPr sz="1200" b="1">
                <a:solidFill>
                  <a:srgbClr val="2E5BFF"/>
                </a:solidFill>
                <a:latin typeface="Proxima Nova"/>
              </a:rPr>
              <a:t>Важное наблюдение</a:t>
            </a:r>
          </a:p>
          <a:p>
            <a:pPr algn="l">
              <a:spcAft>
                <a:spcPts val="300"/>
              </a:spcAft>
            </a:pPr>
            <a:r>
              <a:rPr sz="1000" b="0">
                <a:solidFill>
                  <a:srgbClr val="22262E"/>
                </a:solidFill>
                <a:latin typeface="Proxima Nova"/>
              </a:rPr>
              <a:t>1 203 из 1 545 тестовых писем — точные копии писем публичных корпусов, поэтому приведена вторая, честная оценка: только на не встречавшихся письмах (342 шт.) F1 = 0.802, precision = 0.949.</a:t>
            </a:r>
          </a:p>
          <a:p>
            <a:pPr algn="l">
              <a:spcAft>
                <a:spcPts val="300"/>
              </a:spcAft>
            </a:pPr>
            <a:r>
              <a:rPr sz="300" b="0">
                <a:solidFill>
                  <a:srgbClr val="22262E"/>
                </a:solidFill>
                <a:latin typeface="Proxima Nova"/>
              </a:rPr>
              <a:t/>
            </a:r>
          </a:p>
          <a:p>
            <a:pPr algn="l">
              <a:spcAft>
                <a:spcPts val="300"/>
              </a:spcAft>
            </a:pPr>
            <a:r>
              <a:rPr sz="1200" b="1">
                <a:solidFill>
                  <a:srgbClr val="2E5BFF"/>
                </a:solidFill>
                <a:latin typeface="Proxima Nova"/>
              </a:rPr>
              <a:t>Кросс-корпусная проверка</a:t>
            </a:r>
          </a:p>
          <a:p>
            <a:pPr algn="l">
              <a:spcAft>
                <a:spcPts val="300"/>
              </a:spcAft>
            </a:pPr>
            <a:r>
              <a:rPr sz="1000" b="0">
                <a:solidFill>
                  <a:srgbClr val="22262E"/>
                </a:solidFill>
                <a:latin typeface="Proxima Nova"/>
              </a:rPr>
              <a:t>Обучение на SpamAssassin → тест на Ling-Spam: F1 = 0.842. Обратно: F1 = 0.781. Модель переносится между доменами, но теряет 10–15 п.п. — это цена разницы в лексике.</a:t>
            </a:r>
          </a:p>
          <a:p>
            <a:pPr algn="l">
              <a:spcAft>
                <a:spcPts val="300"/>
              </a:spcAft>
            </a:pPr>
            <a:r>
              <a:rPr sz="300" b="0">
                <a:solidFill>
                  <a:srgbClr val="22262E"/>
                </a:solidFill>
                <a:latin typeface="Proxima Nova"/>
              </a:rPr>
              <a:t/>
            </a:r>
          </a:p>
          <a:p>
            <a:pPr algn="l">
              <a:spcAft>
                <a:spcPts val="300"/>
              </a:spcAft>
            </a:pPr>
            <a:r>
              <a:rPr sz="1200" b="1">
                <a:solidFill>
                  <a:srgbClr val="2E5BFF"/>
                </a:solidFill>
                <a:latin typeface="Proxima Nova"/>
              </a:rPr>
              <a:t>Категория письма</a:t>
            </a:r>
          </a:p>
          <a:p>
            <a:pPr algn="l">
              <a:spcAft>
                <a:spcPts val="300"/>
              </a:spcAft>
            </a:pPr>
            <a:r>
              <a:rPr sz="1000" b="0">
                <a:solidFill>
                  <a:srgbClr val="22262E"/>
                </a:solidFill>
                <a:latin typeface="Proxima Nova"/>
              </a:rPr>
              <a:t>6 категорий и «прочее», macro-F1 = 0.722; разметка слабая (правила по ключевым словам).</a:t>
            </a:r>
          </a:p>
        </p:txBody>
      </p:sp>
      <p:sp>
        <p:nvSpPr>
          <p:cNvPr id="246" name="Google Shape;246;p37"/>
          <p:cNvSpPr/>
          <p:nvPr/>
        </p:nvSpPr>
        <p:spPr bwMode="auto">
          <a:xfrm>
            <a:off x="348405" y="258215"/>
            <a:ext cx="8523000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/>
            </a:pPr>
            <a:r>
              <a:rPr lang="en-US" sz="2800" b="1">
                <a:solidFill>
                  <a:schemeClr val="dk1"/>
                </a:solidFill>
                <a:latin typeface="Proxima Nova"/>
                <a:ea typeface="Proxima Nova"/>
                <a:cs typeface="Proxima Nova"/>
              </a:rPr>
              <a:t>Результаты эксперимента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247" name="Picture 246" descr="confus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74920" y="914400"/>
            <a:ext cx="1828800" cy="1380188"/>
          </a:xfrm>
          <a:prstGeom prst="rect">
            <a:avLst/>
          </a:prstGeom>
        </p:spPr>
      </p:pic>
      <p:pic>
        <p:nvPicPr>
          <p:cNvPr id="248" name="Picture 247" descr="probability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74920" y="2788920"/>
            <a:ext cx="3566160" cy="170606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52" name="Google Shape;252;p38"/>
          <p:cNvSpPr/>
          <p:nvPr/>
        </p:nvSpPr>
        <p:spPr bwMode="auto">
          <a:xfrm>
            <a:off x="356857" y="665200"/>
            <a:ext cx="8430300" cy="3931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300"/>
              </a:spcAft>
              <a:buClr>
                <a:schemeClr val="dk1"/>
              </a:buClr>
              <a:buSzPts val="1100"/>
              <a:buFont typeface="Arial"/>
              <a:buNone/>
              <a:defRPr/>
            </a:pPr>
            <a:r>
              <a:rPr sz="1300" b="1">
                <a:solidFill>
                  <a:srgbClr val="2E5BFF"/>
                </a:solidFill>
                <a:latin typeface="Proxima Nova"/>
              </a:rPr>
              <a:t>Репозиторий с кодом (открытый доступ)</a:t>
            </a:r>
            <a:endParaRPr sz="1700" i="1">
              <a:solidFill>
                <a:schemeClr val="dk1"/>
              </a:solidFill>
              <a:latin typeface="Proxima Nova"/>
              <a:ea typeface="Proxima Nova"/>
              <a:cs typeface="Proxima Nova"/>
            </a:endParaRPr>
          </a:p>
          <a:p>
            <a:pPr algn="l">
              <a:spcAft>
                <a:spcPts val="300"/>
              </a:spcAft>
            </a:pPr>
            <a:r>
              <a:rPr sz="1400" b="1">
                <a:solidFill>
                  <a:srgbClr val="D6409F"/>
                </a:solidFill>
                <a:latin typeface="Proxima Nova"/>
              </a:rPr>
              <a:t>https://github.com/Andrey123654/antispam-ml</a:t>
            </a:r>
          </a:p>
          <a:p>
            <a:pPr algn="l">
              <a:spcAft>
                <a:spcPts val="300"/>
              </a:spcAft>
            </a:pPr>
            <a:r>
              <a:rPr sz="400" b="0">
                <a:solidFill>
                  <a:srgbClr val="22262E"/>
                </a:solidFill>
                <a:latin typeface="Proxima Nova"/>
              </a:rPr>
              <a:t/>
            </a:r>
          </a:p>
          <a:p>
            <a:pPr algn="l">
              <a:spcAft>
                <a:spcPts val="300"/>
              </a:spcAft>
            </a:pPr>
            <a:r>
              <a:rPr sz="1200" b="1">
                <a:solidFill>
                  <a:srgbClr val="2E5BFF"/>
                </a:solidFill>
                <a:latin typeface="Proxima Nova"/>
              </a:rPr>
              <a:t>Что внутри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22262E"/>
                </a:solidFill>
                <a:latin typeface="Proxima Nova"/>
              </a:rPr>
              <a:t>•  src/load_data.py — сборка датасета из трёх корпусов (SpamAssassin, Ling-Spam, SpamBase), разбор MIME и HTML, дедупликация.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22262E"/>
                </a:solidFill>
                <a:latin typeface="Proxima Nova"/>
              </a:rPr>
              <a:t>•  src/features.py — TF-IDF двух видов и 94 числовых признака, совместимых со SpamBase.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22262E"/>
                </a:solidFill>
                <a:latin typeface="Proxima Nova"/>
              </a:rPr>
              <a:t>•  src/train.py — базовые модели, стекинг, кросс-валидация, метрики, сохранение артефакта.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22262E"/>
                </a:solidFill>
                <a:latin typeface="Proxima Nova"/>
              </a:rPr>
              <a:t>•  src/category.py — категоризация письма (слабая разметка правилами).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22262E"/>
                </a:solidFill>
                <a:latin typeface="Proxima Nova"/>
              </a:rPr>
              <a:t>•  service/ — FastAPI-микросервис и Dockerfile; artifacts/metrics.json — метрики.</a:t>
            </a:r>
          </a:p>
          <a:p>
            <a:pPr algn="l">
              <a:spcAft>
                <a:spcPts val="300"/>
              </a:spcAft>
            </a:pPr>
            <a:r>
              <a:rPr sz="400" b="0">
                <a:solidFill>
                  <a:srgbClr val="22262E"/>
                </a:solidFill>
                <a:latin typeface="Proxima Nova"/>
              </a:rPr>
              <a:t/>
            </a:r>
          </a:p>
          <a:p>
            <a:pPr algn="l">
              <a:spcAft>
                <a:spcPts val="300"/>
              </a:spcAft>
            </a:pPr>
            <a:r>
              <a:rPr sz="1100" b="1">
                <a:solidFill>
                  <a:srgbClr val="0E8A74"/>
                </a:solidFill>
                <a:latin typeface="Proxima Nova"/>
              </a:rPr>
              <a:t>Воспроизведение: bash scripts/download_data.sh &amp;&amp; bash run.sh (данные → обучение → категории → рисунки).</a:t>
            </a:r>
          </a:p>
        </p:txBody>
      </p:sp>
      <p:sp>
        <p:nvSpPr>
          <p:cNvPr id="253" name="Google Shape;253;p38"/>
          <p:cNvSpPr/>
          <p:nvPr/>
        </p:nvSpPr>
        <p:spPr bwMode="auto">
          <a:xfrm>
            <a:off x="348405" y="258215"/>
            <a:ext cx="8523000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/>
            </a:pPr>
            <a:r>
              <a:rPr lang="en-US" sz="2800" b="1">
                <a:solidFill>
                  <a:schemeClr val="dk1"/>
                </a:solidFill>
                <a:latin typeface="Proxima Nova"/>
                <a:ea typeface="Proxima Nova"/>
                <a:cs typeface="Proxima Nova"/>
              </a:rPr>
              <a:t>Код </a:t>
            </a:r>
            <a:r>
              <a:rPr lang="en-US" sz="2800" b="1">
                <a:solidFill>
                  <a:schemeClr val="dk1"/>
                </a:solidFill>
                <a:latin typeface="Proxima Nova"/>
                <a:ea typeface="Proxima Nova"/>
                <a:cs typeface="Proxima Nova"/>
              </a:rPr>
              <a:t>экспериментов</a:t>
            </a:r>
            <a:r>
              <a:rPr lang="en-US" sz="2800" b="1">
                <a:solidFill>
                  <a:schemeClr val="dk1"/>
                </a:solidFill>
                <a:latin typeface="Proxima Nova"/>
                <a:ea typeface="Proxima Nova"/>
                <a:cs typeface="Proxima Nova"/>
              </a:rPr>
              <a:t>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59" name="Google Shape;259;p39"/>
          <p:cNvSpPr/>
          <p:nvPr/>
        </p:nvSpPr>
        <p:spPr bwMode="auto">
          <a:xfrm>
            <a:off x="356850" y="766775"/>
            <a:ext cx="4343400" cy="37490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300"/>
              </a:spcAft>
              <a:buNone/>
              <a:defRPr/>
            </a:pPr>
            <a:r>
              <a:rPr sz="1200" b="1">
                <a:solidFill>
                  <a:srgbClr val="2E5BFF"/>
                </a:solidFill>
                <a:latin typeface="Proxima Nova"/>
              </a:rPr>
              <a:t>Микросервис</a:t>
            </a:r>
            <a:endParaRPr sz="1700" i="1">
              <a:solidFill>
                <a:schemeClr val="dk1"/>
              </a:solidFill>
              <a:latin typeface="Proxima Nova"/>
              <a:ea typeface="Proxima Nova"/>
              <a:cs typeface="Proxima Nova"/>
            </a:endParaRPr>
          </a:p>
          <a:p>
            <a:pPr algn="l">
              <a:spcAft>
                <a:spcPts val="300"/>
              </a:spcAft>
            </a:pPr>
            <a:r>
              <a:rPr sz="1000" b="0">
                <a:solidFill>
                  <a:srgbClr val="22262E"/>
                </a:solidFill>
                <a:latin typeface="Proxima Nova"/>
              </a:rPr>
              <a:t>FastAPI + uvicorn, образ python:3.14-slim, вес 796 МБ. Эндпоинты: /predict (одно письмо), /predict_batch (до 256), /health, /docs.</a:t>
            </a:r>
          </a:p>
          <a:p>
            <a:pPr algn="l">
              <a:spcAft>
                <a:spcPts val="300"/>
              </a:spcAft>
            </a:pPr>
            <a:r>
              <a:rPr sz="300" b="0">
                <a:solidFill>
                  <a:srgbClr val="22262E"/>
                </a:solidFill>
                <a:latin typeface="Proxima Nova"/>
              </a:rPr>
              <a:t/>
            </a:r>
          </a:p>
          <a:p>
            <a:pPr algn="l">
              <a:spcAft>
                <a:spcPts val="300"/>
              </a:spcAft>
            </a:pPr>
            <a:r>
              <a:rPr sz="1200" b="1">
                <a:solidFill>
                  <a:srgbClr val="2E5BFF"/>
                </a:solidFill>
                <a:latin typeface="Proxima Nova"/>
              </a:rPr>
              <a:t>Логика работы</a:t>
            </a:r>
          </a:p>
          <a:p>
            <a:pPr algn="l">
              <a:spcAft>
                <a:spcPts val="300"/>
              </a:spcAft>
            </a:pPr>
            <a:r>
              <a:rPr sz="950" b="0">
                <a:solidFill>
                  <a:srgbClr val="22262E"/>
                </a:solidFill>
                <a:latin typeface="Proxima Nova"/>
              </a:rPr>
              <a:t>1. При запуске контейнер загружает артефакт модели (37 МБ) и порог 0.80.</a:t>
            </a:r>
          </a:p>
          <a:p>
            <a:pPr algn="l">
              <a:spcAft>
                <a:spcPts val="300"/>
              </a:spcAft>
            </a:pPr>
            <a:r>
              <a:rPr sz="950" b="0">
                <a:solidFill>
                  <a:srgbClr val="22262E"/>
                </a:solidFill>
                <a:latin typeface="Proxima Nova"/>
              </a:rPr>
              <a:t>2. Письмо превращается в TF-IDF и 94 числовых признака.</a:t>
            </a:r>
          </a:p>
          <a:p>
            <a:pPr algn="l">
              <a:spcAft>
                <a:spcPts val="300"/>
              </a:spcAft>
            </a:pPr>
            <a:r>
              <a:rPr sz="950" b="0">
                <a:solidFill>
                  <a:srgbClr val="22262E"/>
                </a:solidFill>
                <a:latin typeface="Proxima Nova"/>
              </a:rPr>
              <a:t>3. Четыре базовые модели считают вероятности, стекинг объединяет их.</a:t>
            </a:r>
          </a:p>
          <a:p>
            <a:pPr algn="l">
              <a:spcAft>
                <a:spcPts val="300"/>
              </a:spcAft>
            </a:pPr>
            <a:r>
              <a:rPr sz="950" b="0">
                <a:solidFill>
                  <a:srgbClr val="22262E"/>
                </a:solidFill>
                <a:latin typeface="Proxima Nova"/>
              </a:rPr>
              <a:t>4. Ответ: is_spam, spam_probability, category, threshold.</a:t>
            </a:r>
          </a:p>
          <a:p>
            <a:pPr algn="l">
              <a:spcAft>
                <a:spcPts val="300"/>
              </a:spcAft>
            </a:pPr>
            <a:r>
              <a:rPr sz="300" b="0">
                <a:solidFill>
                  <a:srgbClr val="22262E"/>
                </a:solidFill>
                <a:latin typeface="Proxima Nova"/>
              </a:rPr>
              <a:t/>
            </a:r>
          </a:p>
          <a:p>
            <a:pPr algn="l">
              <a:spcAft>
                <a:spcPts val="300"/>
              </a:spcAft>
            </a:pPr>
            <a:r>
              <a:rPr sz="1200" b="1">
                <a:solidFill>
                  <a:srgbClr val="2E5BFF"/>
                </a:solidFill>
                <a:latin typeface="Proxima Nova"/>
              </a:rPr>
              <a:t>Надёжность</a:t>
            </a:r>
          </a:p>
          <a:p>
            <a:pPr algn="l">
              <a:spcAft>
                <a:spcPts val="300"/>
              </a:spcAft>
            </a:pPr>
            <a:r>
              <a:rPr sz="950" b="0">
                <a:solidFill>
                  <a:srgbClr val="22262E"/>
                </a:solidFill>
                <a:latin typeface="Proxima Nova"/>
              </a:rPr>
              <a:t>Healthcheck раз в 30 с, ограничение пакета, валидация входа через Pydantic, версии библиотек закреплены — иначе pickle модели несовместим.</a:t>
            </a:r>
          </a:p>
        </p:txBody>
      </p:sp>
      <p:sp>
        <p:nvSpPr>
          <p:cNvPr id="260" name="Google Shape;260;p39"/>
          <p:cNvSpPr/>
          <p:nvPr/>
        </p:nvSpPr>
        <p:spPr bwMode="auto">
          <a:xfrm>
            <a:off x="348400" y="258226"/>
            <a:ext cx="8523000" cy="40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/>
            </a:pPr>
            <a:r>
              <a:rPr lang="en-US" sz="2800" b="1">
                <a:solidFill>
                  <a:schemeClr val="dk1"/>
                </a:solidFill>
                <a:highlight>
                  <a:schemeClr val="lt1"/>
                </a:highlight>
                <a:latin typeface="Proxima Nova"/>
                <a:ea typeface="Proxima Nova"/>
                <a:cs typeface="Proxima Nova"/>
              </a:rPr>
              <a:t>Упаковка модели </a:t>
            </a:r>
            <a:endParaRPr sz="2800" b="1">
              <a:solidFill>
                <a:schemeClr val="dk1"/>
              </a:solidFill>
              <a:latin typeface="Proxima Nova"/>
              <a:ea typeface="Proxima Nova"/>
              <a:cs typeface="Proxima Nova"/>
            </a:endParaRPr>
          </a:p>
        </p:txBody>
      </p:sp>
      <p:pic>
        <p:nvPicPr>
          <p:cNvPr id="261" name="Picture 260" descr="docker_buil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0" y="868680"/>
            <a:ext cx="4343400" cy="2098906"/>
          </a:xfrm>
          <a:prstGeom prst="rect">
            <a:avLst/>
          </a:prstGeom>
        </p:spPr>
      </p:pic>
      <p:pic>
        <p:nvPicPr>
          <p:cNvPr id="262" name="Picture 261" descr="docker_api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0" y="2880360"/>
            <a:ext cx="4343400" cy="99362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266" name="Google Shape;266;p40"/>
          <p:cNvGrpSpPr/>
          <p:nvPr/>
        </p:nvGrpSpPr>
        <p:grpSpPr bwMode="auto">
          <a:xfrm>
            <a:off x="7024777" y="3154301"/>
            <a:ext cx="1442276" cy="1108887"/>
            <a:chOff x="2455" y="1095"/>
            <a:chExt cx="2768" cy="2128"/>
          </a:xfrm>
        </p:grpSpPr>
        <p:sp>
          <p:nvSpPr>
            <p:cNvPr id="267" name="Google Shape;267;p40"/>
            <p:cNvSpPr/>
            <p:nvPr/>
          </p:nvSpPr>
          <p:spPr bwMode="auto">
            <a:xfrm>
              <a:off x="2455" y="1097"/>
              <a:ext cx="2700" cy="2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  <a:defRPr/>
              </a:pPr>
              <a:endParaRPr sz="1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</a:endParaRPr>
            </a:p>
          </p:txBody>
        </p:sp>
        <p:sp>
          <p:nvSpPr>
            <p:cNvPr id="268" name="Google Shape;268;p40"/>
            <p:cNvSpPr/>
            <p:nvPr/>
          </p:nvSpPr>
          <p:spPr bwMode="auto">
            <a:xfrm>
              <a:off x="4749" y="2961"/>
              <a:ext cx="264" cy="262"/>
            </a:xfrm>
            <a:custGeom>
              <a:avLst/>
              <a:gdLst/>
              <a:ahLst/>
              <a:cxnLst/>
              <a:rect l="l" t="t" r="r" b="b"/>
              <a:pathLst>
                <a:path w="127" h="126" fill="norm" stroke="1" extrusionOk="0">
                  <a:moveTo>
                    <a:pt x="64" y="126"/>
                  </a:moveTo>
                  <a:cubicBezTo>
                    <a:pt x="61" y="126"/>
                    <a:pt x="59" y="125"/>
                    <a:pt x="58" y="122"/>
                  </a:cubicBezTo>
                  <a:cubicBezTo>
                    <a:pt x="44" y="84"/>
                    <a:pt x="44" y="84"/>
                    <a:pt x="44" y="84"/>
                  </a:cubicBezTo>
                  <a:cubicBezTo>
                    <a:pt x="44" y="83"/>
                    <a:pt x="43" y="83"/>
                    <a:pt x="43" y="83"/>
                  </a:cubicBezTo>
                  <a:cubicBezTo>
                    <a:pt x="4" y="69"/>
                    <a:pt x="4" y="69"/>
                    <a:pt x="4" y="69"/>
                  </a:cubicBezTo>
                  <a:cubicBezTo>
                    <a:pt x="2" y="68"/>
                    <a:pt x="0" y="65"/>
                    <a:pt x="0" y="63"/>
                  </a:cubicBezTo>
                  <a:cubicBezTo>
                    <a:pt x="0" y="60"/>
                    <a:pt x="2" y="58"/>
                    <a:pt x="4" y="57"/>
                  </a:cubicBezTo>
                  <a:cubicBezTo>
                    <a:pt x="43" y="43"/>
                    <a:pt x="43" y="43"/>
                    <a:pt x="43" y="43"/>
                  </a:cubicBezTo>
                  <a:cubicBezTo>
                    <a:pt x="43" y="43"/>
                    <a:pt x="44" y="43"/>
                    <a:pt x="44" y="42"/>
                  </a:cubicBezTo>
                  <a:cubicBezTo>
                    <a:pt x="58" y="4"/>
                    <a:pt x="58" y="4"/>
                    <a:pt x="58" y="4"/>
                  </a:cubicBezTo>
                  <a:cubicBezTo>
                    <a:pt x="59" y="1"/>
                    <a:pt x="61" y="0"/>
                    <a:pt x="64" y="0"/>
                  </a:cubicBezTo>
                  <a:cubicBezTo>
                    <a:pt x="66" y="0"/>
                    <a:pt x="68" y="1"/>
                    <a:pt x="69" y="4"/>
                  </a:cubicBezTo>
                  <a:cubicBezTo>
                    <a:pt x="83" y="42"/>
                    <a:pt x="83" y="42"/>
                    <a:pt x="83" y="42"/>
                  </a:cubicBezTo>
                  <a:cubicBezTo>
                    <a:pt x="84" y="43"/>
                    <a:pt x="84" y="43"/>
                    <a:pt x="85" y="43"/>
                  </a:cubicBezTo>
                  <a:cubicBezTo>
                    <a:pt x="123" y="57"/>
                    <a:pt x="123" y="57"/>
                    <a:pt x="123" y="57"/>
                  </a:cubicBezTo>
                  <a:cubicBezTo>
                    <a:pt x="125" y="58"/>
                    <a:pt x="127" y="60"/>
                    <a:pt x="127" y="63"/>
                  </a:cubicBezTo>
                  <a:cubicBezTo>
                    <a:pt x="127" y="65"/>
                    <a:pt x="125" y="68"/>
                    <a:pt x="123" y="69"/>
                  </a:cubicBezTo>
                  <a:cubicBezTo>
                    <a:pt x="85" y="83"/>
                    <a:pt x="85" y="83"/>
                    <a:pt x="85" y="83"/>
                  </a:cubicBezTo>
                  <a:cubicBezTo>
                    <a:pt x="84" y="83"/>
                    <a:pt x="84" y="83"/>
                    <a:pt x="83" y="84"/>
                  </a:cubicBezTo>
                  <a:cubicBezTo>
                    <a:pt x="69" y="122"/>
                    <a:pt x="69" y="122"/>
                    <a:pt x="69" y="122"/>
                  </a:cubicBezTo>
                  <a:cubicBezTo>
                    <a:pt x="68" y="125"/>
                    <a:pt x="66" y="126"/>
                    <a:pt x="64" y="126"/>
                  </a:cubicBezTo>
                  <a:close/>
                  <a:moveTo>
                    <a:pt x="24" y="63"/>
                  </a:moveTo>
                  <a:cubicBezTo>
                    <a:pt x="47" y="71"/>
                    <a:pt x="47" y="71"/>
                    <a:pt x="47" y="71"/>
                  </a:cubicBezTo>
                  <a:cubicBezTo>
                    <a:pt x="51" y="73"/>
                    <a:pt x="54" y="76"/>
                    <a:pt x="55" y="80"/>
                  </a:cubicBezTo>
                  <a:cubicBezTo>
                    <a:pt x="64" y="103"/>
                    <a:pt x="64" y="103"/>
                    <a:pt x="64" y="103"/>
                  </a:cubicBezTo>
                  <a:cubicBezTo>
                    <a:pt x="72" y="80"/>
                    <a:pt x="72" y="80"/>
                    <a:pt x="72" y="80"/>
                  </a:cubicBezTo>
                  <a:cubicBezTo>
                    <a:pt x="74" y="76"/>
                    <a:pt x="77" y="73"/>
                    <a:pt x="80" y="71"/>
                  </a:cubicBezTo>
                  <a:cubicBezTo>
                    <a:pt x="104" y="63"/>
                    <a:pt x="104" y="63"/>
                    <a:pt x="104" y="63"/>
                  </a:cubicBezTo>
                  <a:cubicBezTo>
                    <a:pt x="80" y="54"/>
                    <a:pt x="80" y="54"/>
                    <a:pt x="80" y="54"/>
                  </a:cubicBezTo>
                  <a:cubicBezTo>
                    <a:pt x="77" y="53"/>
                    <a:pt x="74" y="50"/>
                    <a:pt x="72" y="46"/>
                  </a:cubicBezTo>
                  <a:cubicBezTo>
                    <a:pt x="64" y="23"/>
                    <a:pt x="64" y="23"/>
                    <a:pt x="64" y="23"/>
                  </a:cubicBezTo>
                  <a:cubicBezTo>
                    <a:pt x="55" y="46"/>
                    <a:pt x="55" y="46"/>
                    <a:pt x="55" y="46"/>
                  </a:cubicBezTo>
                  <a:cubicBezTo>
                    <a:pt x="54" y="50"/>
                    <a:pt x="51" y="53"/>
                    <a:pt x="47" y="54"/>
                  </a:cubicBezTo>
                  <a:lnTo>
                    <a:pt x="24" y="63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  <a:defRPr/>
              </a:pPr>
              <a:endParaRPr sz="1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</a:endParaRPr>
            </a:p>
          </p:txBody>
        </p:sp>
        <p:sp>
          <p:nvSpPr>
            <p:cNvPr id="269" name="Google Shape;269;p40"/>
            <p:cNvSpPr/>
            <p:nvPr/>
          </p:nvSpPr>
          <p:spPr bwMode="auto">
            <a:xfrm>
              <a:off x="4171" y="1253"/>
              <a:ext cx="249" cy="249"/>
            </a:xfrm>
            <a:custGeom>
              <a:avLst/>
              <a:gdLst/>
              <a:ahLst/>
              <a:cxnLst/>
              <a:rect l="l" t="t" r="r" b="b"/>
              <a:pathLst>
                <a:path w="120" h="120" fill="norm" stroke="1" extrusionOk="0">
                  <a:moveTo>
                    <a:pt x="59" y="120"/>
                  </a:moveTo>
                  <a:cubicBezTo>
                    <a:pt x="58" y="120"/>
                    <a:pt x="58" y="120"/>
                    <a:pt x="58" y="120"/>
                  </a:cubicBezTo>
                  <a:cubicBezTo>
                    <a:pt x="56" y="120"/>
                    <a:pt x="54" y="119"/>
                    <a:pt x="53" y="116"/>
                  </a:cubicBezTo>
                  <a:cubicBezTo>
                    <a:pt x="41" y="80"/>
                    <a:pt x="41" y="80"/>
                    <a:pt x="41" y="80"/>
                  </a:cubicBezTo>
                  <a:cubicBezTo>
                    <a:pt x="40" y="80"/>
                    <a:pt x="40" y="79"/>
                    <a:pt x="39" y="79"/>
                  </a:cubicBezTo>
                  <a:cubicBezTo>
                    <a:pt x="4" y="64"/>
                    <a:pt x="4" y="64"/>
                    <a:pt x="4" y="64"/>
                  </a:cubicBezTo>
                  <a:cubicBezTo>
                    <a:pt x="2" y="64"/>
                    <a:pt x="0" y="61"/>
                    <a:pt x="0" y="59"/>
                  </a:cubicBezTo>
                  <a:cubicBezTo>
                    <a:pt x="0" y="56"/>
                    <a:pt x="2" y="54"/>
                    <a:pt x="4" y="53"/>
                  </a:cubicBezTo>
                  <a:cubicBezTo>
                    <a:pt x="41" y="41"/>
                    <a:pt x="41" y="41"/>
                    <a:pt x="41" y="41"/>
                  </a:cubicBezTo>
                  <a:cubicBezTo>
                    <a:pt x="41" y="41"/>
                    <a:pt x="42" y="40"/>
                    <a:pt x="42" y="40"/>
                  </a:cubicBezTo>
                  <a:cubicBezTo>
                    <a:pt x="56" y="4"/>
                    <a:pt x="56" y="4"/>
                    <a:pt x="56" y="4"/>
                  </a:cubicBezTo>
                  <a:cubicBezTo>
                    <a:pt x="57" y="2"/>
                    <a:pt x="59" y="0"/>
                    <a:pt x="62" y="0"/>
                  </a:cubicBezTo>
                  <a:cubicBezTo>
                    <a:pt x="64" y="1"/>
                    <a:pt x="67" y="2"/>
                    <a:pt x="67" y="5"/>
                  </a:cubicBezTo>
                  <a:cubicBezTo>
                    <a:pt x="80" y="41"/>
                    <a:pt x="80" y="41"/>
                    <a:pt x="80" y="41"/>
                  </a:cubicBezTo>
                  <a:cubicBezTo>
                    <a:pt x="80" y="41"/>
                    <a:pt x="80" y="42"/>
                    <a:pt x="81" y="42"/>
                  </a:cubicBezTo>
                  <a:cubicBezTo>
                    <a:pt x="116" y="56"/>
                    <a:pt x="116" y="56"/>
                    <a:pt x="116" y="56"/>
                  </a:cubicBezTo>
                  <a:cubicBezTo>
                    <a:pt x="119" y="57"/>
                    <a:pt x="120" y="60"/>
                    <a:pt x="120" y="62"/>
                  </a:cubicBezTo>
                  <a:cubicBezTo>
                    <a:pt x="120" y="65"/>
                    <a:pt x="118" y="67"/>
                    <a:pt x="116" y="68"/>
                  </a:cubicBezTo>
                  <a:cubicBezTo>
                    <a:pt x="80" y="80"/>
                    <a:pt x="80" y="80"/>
                    <a:pt x="80" y="80"/>
                  </a:cubicBezTo>
                  <a:cubicBezTo>
                    <a:pt x="79" y="80"/>
                    <a:pt x="79" y="81"/>
                    <a:pt x="78" y="81"/>
                  </a:cubicBezTo>
                  <a:cubicBezTo>
                    <a:pt x="64" y="117"/>
                    <a:pt x="64" y="117"/>
                    <a:pt x="64" y="117"/>
                  </a:cubicBezTo>
                  <a:cubicBezTo>
                    <a:pt x="63" y="119"/>
                    <a:pt x="61" y="120"/>
                    <a:pt x="59" y="120"/>
                  </a:cubicBezTo>
                  <a:close/>
                  <a:moveTo>
                    <a:pt x="23" y="59"/>
                  </a:moveTo>
                  <a:cubicBezTo>
                    <a:pt x="44" y="68"/>
                    <a:pt x="44" y="68"/>
                    <a:pt x="44" y="68"/>
                  </a:cubicBezTo>
                  <a:cubicBezTo>
                    <a:pt x="48" y="69"/>
                    <a:pt x="51" y="72"/>
                    <a:pt x="52" y="76"/>
                  </a:cubicBezTo>
                  <a:cubicBezTo>
                    <a:pt x="59" y="97"/>
                    <a:pt x="59" y="97"/>
                    <a:pt x="59" y="97"/>
                  </a:cubicBezTo>
                  <a:cubicBezTo>
                    <a:pt x="67" y="77"/>
                    <a:pt x="67" y="77"/>
                    <a:pt x="67" y="77"/>
                  </a:cubicBezTo>
                  <a:cubicBezTo>
                    <a:pt x="69" y="73"/>
                    <a:pt x="72" y="70"/>
                    <a:pt x="76" y="69"/>
                  </a:cubicBezTo>
                  <a:cubicBezTo>
                    <a:pt x="97" y="62"/>
                    <a:pt x="97" y="62"/>
                    <a:pt x="97" y="62"/>
                  </a:cubicBezTo>
                  <a:cubicBezTo>
                    <a:pt x="76" y="53"/>
                    <a:pt x="76" y="53"/>
                    <a:pt x="76" y="53"/>
                  </a:cubicBezTo>
                  <a:cubicBezTo>
                    <a:pt x="72" y="52"/>
                    <a:pt x="70" y="49"/>
                    <a:pt x="68" y="45"/>
                  </a:cubicBezTo>
                  <a:cubicBezTo>
                    <a:pt x="61" y="24"/>
                    <a:pt x="61" y="24"/>
                    <a:pt x="61" y="24"/>
                  </a:cubicBezTo>
                  <a:cubicBezTo>
                    <a:pt x="53" y="44"/>
                    <a:pt x="53" y="44"/>
                    <a:pt x="53" y="44"/>
                  </a:cubicBezTo>
                  <a:cubicBezTo>
                    <a:pt x="51" y="48"/>
                    <a:pt x="48" y="51"/>
                    <a:pt x="44" y="52"/>
                  </a:cubicBezTo>
                  <a:lnTo>
                    <a:pt x="23" y="59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  <a:defRPr/>
              </a:pPr>
              <a:endParaRPr sz="1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</a:endParaRPr>
            </a:p>
          </p:txBody>
        </p:sp>
        <p:sp>
          <p:nvSpPr>
            <p:cNvPr id="270" name="Google Shape;270;p40"/>
            <p:cNvSpPr/>
            <p:nvPr/>
          </p:nvSpPr>
          <p:spPr bwMode="auto">
            <a:xfrm>
              <a:off x="2673" y="1571"/>
              <a:ext cx="1514" cy="1533"/>
            </a:xfrm>
            <a:custGeom>
              <a:avLst/>
              <a:gdLst/>
              <a:ahLst/>
              <a:cxnLst/>
              <a:rect l="l" t="t" r="r" b="b"/>
              <a:pathLst>
                <a:path w="728" h="738" fill="norm" stroke="1" extrusionOk="0">
                  <a:moveTo>
                    <a:pt x="220" y="733"/>
                  </a:moveTo>
                  <a:cubicBezTo>
                    <a:pt x="709" y="601"/>
                    <a:pt x="709" y="601"/>
                    <a:pt x="709" y="601"/>
                  </a:cubicBezTo>
                  <a:cubicBezTo>
                    <a:pt x="721" y="598"/>
                    <a:pt x="728" y="586"/>
                    <a:pt x="725" y="574"/>
                  </a:cubicBezTo>
                  <a:cubicBezTo>
                    <a:pt x="724" y="570"/>
                    <a:pt x="722" y="567"/>
                    <a:pt x="720" y="565"/>
                  </a:cubicBezTo>
                  <a:cubicBezTo>
                    <a:pt x="222" y="15"/>
                    <a:pt x="222" y="15"/>
                    <a:pt x="222" y="15"/>
                  </a:cubicBezTo>
                  <a:cubicBezTo>
                    <a:pt x="212" y="4"/>
                    <a:pt x="197" y="0"/>
                    <a:pt x="182" y="3"/>
                  </a:cubicBezTo>
                  <a:cubicBezTo>
                    <a:pt x="35" y="42"/>
                    <a:pt x="35" y="42"/>
                    <a:pt x="35" y="42"/>
                  </a:cubicBezTo>
                  <a:cubicBezTo>
                    <a:pt x="13" y="47"/>
                    <a:pt x="0" y="69"/>
                    <a:pt x="6" y="91"/>
                  </a:cubicBezTo>
                  <a:cubicBezTo>
                    <a:pt x="171" y="704"/>
                    <a:pt x="171" y="704"/>
                    <a:pt x="171" y="704"/>
                  </a:cubicBezTo>
                  <a:cubicBezTo>
                    <a:pt x="176" y="726"/>
                    <a:pt x="198" y="738"/>
                    <a:pt x="220" y="733"/>
                  </a:cubicBezTo>
                </a:path>
              </a:pathLst>
            </a:custGeom>
            <a:solidFill>
              <a:srgbClr val="F3F4F7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  <a:defRPr/>
              </a:pPr>
              <a:endParaRPr sz="1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</a:endParaRPr>
            </a:p>
          </p:txBody>
        </p:sp>
        <p:sp>
          <p:nvSpPr>
            <p:cNvPr id="271" name="Google Shape;271;p40"/>
            <p:cNvSpPr/>
            <p:nvPr/>
          </p:nvSpPr>
          <p:spPr bwMode="auto">
            <a:xfrm>
              <a:off x="2785" y="1226"/>
              <a:ext cx="1485" cy="1697"/>
            </a:xfrm>
            <a:custGeom>
              <a:avLst/>
              <a:gdLst/>
              <a:ahLst/>
              <a:cxnLst/>
              <a:rect l="l" t="t" r="r" b="b"/>
              <a:pathLst>
                <a:path w="714" h="817" fill="norm" stroke="1" extrusionOk="0">
                  <a:moveTo>
                    <a:pt x="544" y="28"/>
                  </a:moveTo>
                  <a:cubicBezTo>
                    <a:pt x="709" y="644"/>
                    <a:pt x="709" y="644"/>
                    <a:pt x="709" y="644"/>
                  </a:cubicBezTo>
                  <a:cubicBezTo>
                    <a:pt x="714" y="662"/>
                    <a:pt x="703" y="681"/>
                    <a:pt x="685" y="685"/>
                  </a:cubicBezTo>
                  <a:cubicBezTo>
                    <a:pt x="212" y="812"/>
                    <a:pt x="212" y="812"/>
                    <a:pt x="212" y="812"/>
                  </a:cubicBezTo>
                  <a:cubicBezTo>
                    <a:pt x="194" y="817"/>
                    <a:pt x="175" y="806"/>
                    <a:pt x="170" y="788"/>
                  </a:cubicBezTo>
                  <a:cubicBezTo>
                    <a:pt x="5" y="173"/>
                    <a:pt x="5" y="173"/>
                    <a:pt x="5" y="173"/>
                  </a:cubicBezTo>
                  <a:cubicBezTo>
                    <a:pt x="0" y="155"/>
                    <a:pt x="11" y="136"/>
                    <a:pt x="29" y="131"/>
                  </a:cubicBezTo>
                  <a:cubicBezTo>
                    <a:pt x="73" y="120"/>
                    <a:pt x="73" y="120"/>
                    <a:pt x="73" y="120"/>
                  </a:cubicBezTo>
                  <a:cubicBezTo>
                    <a:pt x="463" y="15"/>
                    <a:pt x="463" y="15"/>
                    <a:pt x="463" y="15"/>
                  </a:cubicBezTo>
                  <a:cubicBezTo>
                    <a:pt x="502" y="4"/>
                    <a:pt x="502" y="4"/>
                    <a:pt x="502" y="4"/>
                  </a:cubicBezTo>
                  <a:cubicBezTo>
                    <a:pt x="521" y="0"/>
                    <a:pt x="539" y="10"/>
                    <a:pt x="544" y="28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  <a:defRPr/>
              </a:pPr>
              <a:endParaRPr sz="1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</a:endParaRPr>
            </a:p>
          </p:txBody>
        </p:sp>
        <p:sp>
          <p:nvSpPr>
            <p:cNvPr id="272" name="Google Shape;272;p40"/>
            <p:cNvSpPr/>
            <p:nvPr/>
          </p:nvSpPr>
          <p:spPr bwMode="auto">
            <a:xfrm>
              <a:off x="2779" y="1218"/>
              <a:ext cx="1504" cy="1710"/>
            </a:xfrm>
            <a:custGeom>
              <a:avLst/>
              <a:gdLst/>
              <a:ahLst/>
              <a:cxnLst/>
              <a:rect l="l" t="t" r="r" b="b"/>
              <a:pathLst>
                <a:path w="723" h="823" fill="norm" stroke="1" extrusionOk="0">
                  <a:moveTo>
                    <a:pt x="206" y="823"/>
                  </a:moveTo>
                  <a:cubicBezTo>
                    <a:pt x="199" y="823"/>
                    <a:pt x="192" y="822"/>
                    <a:pt x="186" y="818"/>
                  </a:cubicBezTo>
                  <a:cubicBezTo>
                    <a:pt x="177" y="813"/>
                    <a:pt x="170" y="804"/>
                    <a:pt x="167" y="794"/>
                  </a:cubicBezTo>
                  <a:cubicBezTo>
                    <a:pt x="3" y="178"/>
                    <a:pt x="3" y="178"/>
                    <a:pt x="3" y="178"/>
                  </a:cubicBezTo>
                  <a:cubicBezTo>
                    <a:pt x="0" y="168"/>
                    <a:pt x="1" y="157"/>
                    <a:pt x="6" y="148"/>
                  </a:cubicBezTo>
                  <a:cubicBezTo>
                    <a:pt x="12" y="139"/>
                    <a:pt x="20" y="132"/>
                    <a:pt x="31" y="129"/>
                  </a:cubicBezTo>
                  <a:cubicBezTo>
                    <a:pt x="504" y="3"/>
                    <a:pt x="504" y="3"/>
                    <a:pt x="504" y="3"/>
                  </a:cubicBezTo>
                  <a:cubicBezTo>
                    <a:pt x="514" y="0"/>
                    <a:pt x="525" y="1"/>
                    <a:pt x="534" y="7"/>
                  </a:cubicBezTo>
                  <a:cubicBezTo>
                    <a:pt x="543" y="12"/>
                    <a:pt x="550" y="21"/>
                    <a:pt x="553" y="31"/>
                  </a:cubicBezTo>
                  <a:cubicBezTo>
                    <a:pt x="718" y="646"/>
                    <a:pt x="718" y="646"/>
                    <a:pt x="718" y="646"/>
                  </a:cubicBezTo>
                  <a:cubicBezTo>
                    <a:pt x="723" y="668"/>
                    <a:pt x="711" y="690"/>
                    <a:pt x="689" y="695"/>
                  </a:cubicBezTo>
                  <a:cubicBezTo>
                    <a:pt x="216" y="822"/>
                    <a:pt x="216" y="822"/>
                    <a:pt x="216" y="822"/>
                  </a:cubicBezTo>
                  <a:cubicBezTo>
                    <a:pt x="213" y="823"/>
                    <a:pt x="209" y="823"/>
                    <a:pt x="206" y="823"/>
                  </a:cubicBezTo>
                  <a:moveTo>
                    <a:pt x="514" y="13"/>
                  </a:moveTo>
                  <a:cubicBezTo>
                    <a:pt x="512" y="13"/>
                    <a:pt x="509" y="14"/>
                    <a:pt x="507" y="14"/>
                  </a:cubicBezTo>
                  <a:cubicBezTo>
                    <a:pt x="34" y="141"/>
                    <a:pt x="34" y="141"/>
                    <a:pt x="34" y="141"/>
                  </a:cubicBezTo>
                  <a:cubicBezTo>
                    <a:pt x="27" y="143"/>
                    <a:pt x="21" y="148"/>
                    <a:pt x="17" y="154"/>
                  </a:cubicBezTo>
                  <a:cubicBezTo>
                    <a:pt x="13" y="161"/>
                    <a:pt x="12" y="168"/>
                    <a:pt x="14" y="175"/>
                  </a:cubicBezTo>
                  <a:cubicBezTo>
                    <a:pt x="179" y="791"/>
                    <a:pt x="179" y="791"/>
                    <a:pt x="179" y="791"/>
                  </a:cubicBezTo>
                  <a:cubicBezTo>
                    <a:pt x="181" y="798"/>
                    <a:pt x="186" y="804"/>
                    <a:pt x="192" y="808"/>
                  </a:cubicBezTo>
                  <a:cubicBezTo>
                    <a:pt x="198" y="811"/>
                    <a:pt x="206" y="812"/>
                    <a:pt x="213" y="810"/>
                  </a:cubicBezTo>
                  <a:cubicBezTo>
                    <a:pt x="686" y="684"/>
                    <a:pt x="686" y="684"/>
                    <a:pt x="686" y="684"/>
                  </a:cubicBezTo>
                  <a:cubicBezTo>
                    <a:pt x="701" y="680"/>
                    <a:pt x="710" y="664"/>
                    <a:pt x="706" y="649"/>
                  </a:cubicBezTo>
                  <a:cubicBezTo>
                    <a:pt x="541" y="34"/>
                    <a:pt x="541" y="34"/>
                    <a:pt x="541" y="34"/>
                  </a:cubicBezTo>
                  <a:cubicBezTo>
                    <a:pt x="539" y="27"/>
                    <a:pt x="535" y="21"/>
                    <a:pt x="528" y="17"/>
                  </a:cubicBezTo>
                  <a:cubicBezTo>
                    <a:pt x="524" y="15"/>
                    <a:pt x="519" y="13"/>
                    <a:pt x="514" y="13"/>
                  </a:cubicBezTo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  <a:defRPr/>
              </a:pPr>
              <a:endParaRPr sz="1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</a:endParaRPr>
            </a:p>
          </p:txBody>
        </p:sp>
        <p:sp>
          <p:nvSpPr>
            <p:cNvPr id="273" name="Google Shape;273;p40"/>
            <p:cNvSpPr/>
            <p:nvPr/>
          </p:nvSpPr>
          <p:spPr bwMode="auto">
            <a:xfrm>
              <a:off x="2721" y="1550"/>
              <a:ext cx="1533" cy="1456"/>
            </a:xfrm>
            <a:custGeom>
              <a:avLst/>
              <a:gdLst/>
              <a:ahLst/>
              <a:cxnLst/>
              <a:rect l="l" t="t" r="r" b="b"/>
              <a:pathLst>
                <a:path w="737" h="701" fill="norm" stroke="1" extrusionOk="0">
                  <a:moveTo>
                    <a:pt x="215" y="701"/>
                  </a:moveTo>
                  <a:cubicBezTo>
                    <a:pt x="207" y="701"/>
                    <a:pt x="199" y="699"/>
                    <a:pt x="192" y="695"/>
                  </a:cubicBezTo>
                  <a:cubicBezTo>
                    <a:pt x="181" y="689"/>
                    <a:pt x="173" y="679"/>
                    <a:pt x="170" y="667"/>
                  </a:cubicBezTo>
                  <a:cubicBezTo>
                    <a:pt x="3" y="41"/>
                    <a:pt x="3" y="41"/>
                    <a:pt x="3" y="41"/>
                  </a:cubicBezTo>
                  <a:cubicBezTo>
                    <a:pt x="0" y="33"/>
                    <a:pt x="2" y="24"/>
                    <a:pt x="6" y="16"/>
                  </a:cubicBezTo>
                  <a:cubicBezTo>
                    <a:pt x="11" y="8"/>
                    <a:pt x="18" y="2"/>
                    <a:pt x="27" y="0"/>
                  </a:cubicBezTo>
                  <a:cubicBezTo>
                    <a:pt x="30" y="11"/>
                    <a:pt x="30" y="11"/>
                    <a:pt x="30" y="11"/>
                  </a:cubicBezTo>
                  <a:cubicBezTo>
                    <a:pt x="24" y="13"/>
                    <a:pt x="19" y="17"/>
                    <a:pt x="16" y="22"/>
                  </a:cubicBezTo>
                  <a:cubicBezTo>
                    <a:pt x="14" y="27"/>
                    <a:pt x="13" y="33"/>
                    <a:pt x="14" y="38"/>
                  </a:cubicBezTo>
                  <a:cubicBezTo>
                    <a:pt x="182" y="664"/>
                    <a:pt x="182" y="664"/>
                    <a:pt x="182" y="664"/>
                  </a:cubicBezTo>
                  <a:cubicBezTo>
                    <a:pt x="184" y="673"/>
                    <a:pt x="190" y="680"/>
                    <a:pt x="198" y="685"/>
                  </a:cubicBezTo>
                  <a:cubicBezTo>
                    <a:pt x="206" y="689"/>
                    <a:pt x="215" y="690"/>
                    <a:pt x="224" y="688"/>
                  </a:cubicBezTo>
                  <a:cubicBezTo>
                    <a:pt x="708" y="558"/>
                    <a:pt x="708" y="558"/>
                    <a:pt x="708" y="558"/>
                  </a:cubicBezTo>
                  <a:cubicBezTo>
                    <a:pt x="713" y="557"/>
                    <a:pt x="718" y="553"/>
                    <a:pt x="721" y="548"/>
                  </a:cubicBezTo>
                  <a:cubicBezTo>
                    <a:pt x="724" y="543"/>
                    <a:pt x="725" y="537"/>
                    <a:pt x="723" y="531"/>
                  </a:cubicBezTo>
                  <a:cubicBezTo>
                    <a:pt x="735" y="528"/>
                    <a:pt x="735" y="528"/>
                    <a:pt x="735" y="528"/>
                  </a:cubicBezTo>
                  <a:cubicBezTo>
                    <a:pt x="737" y="537"/>
                    <a:pt x="736" y="546"/>
                    <a:pt x="732" y="554"/>
                  </a:cubicBezTo>
                  <a:cubicBezTo>
                    <a:pt x="727" y="562"/>
                    <a:pt x="720" y="567"/>
                    <a:pt x="711" y="570"/>
                  </a:cubicBezTo>
                  <a:cubicBezTo>
                    <a:pt x="227" y="700"/>
                    <a:pt x="227" y="700"/>
                    <a:pt x="227" y="700"/>
                  </a:cubicBezTo>
                  <a:cubicBezTo>
                    <a:pt x="223" y="701"/>
                    <a:pt x="219" y="701"/>
                    <a:pt x="215" y="70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  <a:defRPr/>
              </a:pPr>
              <a:endParaRPr sz="1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</a:endParaRPr>
            </a:p>
          </p:txBody>
        </p:sp>
        <p:sp>
          <p:nvSpPr>
            <p:cNvPr id="274" name="Google Shape;274;p40"/>
            <p:cNvSpPr/>
            <p:nvPr/>
          </p:nvSpPr>
          <p:spPr bwMode="auto">
            <a:xfrm>
              <a:off x="3177" y="2350"/>
              <a:ext cx="318" cy="318"/>
            </a:xfrm>
            <a:custGeom>
              <a:avLst/>
              <a:gdLst/>
              <a:ahLst/>
              <a:cxnLst/>
              <a:rect l="l" t="t" r="r" b="b"/>
              <a:pathLst>
                <a:path w="153" h="153" fill="norm" stroke="1" extrusionOk="0">
                  <a:moveTo>
                    <a:pt x="42" y="141"/>
                  </a:moveTo>
                  <a:cubicBezTo>
                    <a:pt x="40" y="141"/>
                    <a:pt x="38" y="140"/>
                    <a:pt x="38" y="138"/>
                  </a:cubicBezTo>
                  <a:cubicBezTo>
                    <a:pt x="12" y="43"/>
                    <a:pt x="12" y="43"/>
                    <a:pt x="12" y="43"/>
                  </a:cubicBezTo>
                  <a:cubicBezTo>
                    <a:pt x="12" y="41"/>
                    <a:pt x="13" y="39"/>
                    <a:pt x="15" y="38"/>
                  </a:cubicBezTo>
                  <a:cubicBezTo>
                    <a:pt x="110" y="12"/>
                    <a:pt x="110" y="12"/>
                    <a:pt x="110" y="12"/>
                  </a:cubicBezTo>
                  <a:cubicBezTo>
                    <a:pt x="111" y="12"/>
                    <a:pt x="111" y="12"/>
                    <a:pt x="111" y="12"/>
                  </a:cubicBezTo>
                  <a:cubicBezTo>
                    <a:pt x="113" y="12"/>
                    <a:pt x="115" y="14"/>
                    <a:pt x="115" y="15"/>
                  </a:cubicBezTo>
                  <a:cubicBezTo>
                    <a:pt x="141" y="110"/>
                    <a:pt x="141" y="110"/>
                    <a:pt x="141" y="110"/>
                  </a:cubicBezTo>
                  <a:cubicBezTo>
                    <a:pt x="141" y="112"/>
                    <a:pt x="140" y="115"/>
                    <a:pt x="138" y="115"/>
                  </a:cubicBezTo>
                  <a:cubicBezTo>
                    <a:pt x="43" y="141"/>
                    <a:pt x="43" y="141"/>
                    <a:pt x="43" y="141"/>
                  </a:cubicBezTo>
                  <a:cubicBezTo>
                    <a:pt x="42" y="141"/>
                    <a:pt x="42" y="141"/>
                    <a:pt x="42" y="141"/>
                  </a:cubicBezTo>
                  <a:moveTo>
                    <a:pt x="111" y="0"/>
                  </a:moveTo>
                  <a:cubicBezTo>
                    <a:pt x="111" y="0"/>
                    <a:pt x="111" y="0"/>
                    <a:pt x="111" y="0"/>
                  </a:cubicBezTo>
                  <a:cubicBezTo>
                    <a:pt x="110" y="0"/>
                    <a:pt x="108" y="1"/>
                    <a:pt x="107" y="1"/>
                  </a:cubicBezTo>
                  <a:cubicBezTo>
                    <a:pt x="12" y="26"/>
                    <a:pt x="12" y="26"/>
                    <a:pt x="12" y="26"/>
                  </a:cubicBezTo>
                  <a:cubicBezTo>
                    <a:pt x="8" y="27"/>
                    <a:pt x="4" y="30"/>
                    <a:pt x="2" y="34"/>
                  </a:cubicBezTo>
                  <a:cubicBezTo>
                    <a:pt x="0" y="38"/>
                    <a:pt x="0" y="42"/>
                    <a:pt x="1" y="46"/>
                  </a:cubicBezTo>
                  <a:cubicBezTo>
                    <a:pt x="26" y="141"/>
                    <a:pt x="26" y="141"/>
                    <a:pt x="26" y="141"/>
                  </a:cubicBezTo>
                  <a:cubicBezTo>
                    <a:pt x="28" y="148"/>
                    <a:pt x="35" y="153"/>
                    <a:pt x="42" y="153"/>
                  </a:cubicBezTo>
                  <a:cubicBezTo>
                    <a:pt x="42" y="153"/>
                    <a:pt x="42" y="153"/>
                    <a:pt x="42" y="153"/>
                  </a:cubicBezTo>
                  <a:cubicBezTo>
                    <a:pt x="43" y="153"/>
                    <a:pt x="44" y="153"/>
                    <a:pt x="46" y="152"/>
                  </a:cubicBezTo>
                  <a:cubicBezTo>
                    <a:pt x="141" y="127"/>
                    <a:pt x="141" y="127"/>
                    <a:pt x="141" y="127"/>
                  </a:cubicBezTo>
                  <a:cubicBezTo>
                    <a:pt x="148" y="125"/>
                    <a:pt x="153" y="118"/>
                    <a:pt x="153" y="111"/>
                  </a:cubicBezTo>
                  <a:cubicBezTo>
                    <a:pt x="153" y="111"/>
                    <a:pt x="153" y="111"/>
                    <a:pt x="153" y="111"/>
                  </a:cubicBezTo>
                  <a:cubicBezTo>
                    <a:pt x="153" y="110"/>
                    <a:pt x="153" y="109"/>
                    <a:pt x="152" y="107"/>
                  </a:cubicBezTo>
                  <a:cubicBezTo>
                    <a:pt x="127" y="12"/>
                    <a:pt x="127" y="12"/>
                    <a:pt x="127" y="12"/>
                  </a:cubicBezTo>
                  <a:cubicBezTo>
                    <a:pt x="126" y="8"/>
                    <a:pt x="123" y="5"/>
                    <a:pt x="119" y="2"/>
                  </a:cubicBezTo>
                  <a:cubicBezTo>
                    <a:pt x="117" y="1"/>
                    <a:pt x="114" y="0"/>
                    <a:pt x="111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  <a:defRPr/>
              </a:pPr>
              <a:endParaRPr sz="1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</a:endParaRPr>
            </a:p>
          </p:txBody>
        </p:sp>
        <p:sp>
          <p:nvSpPr>
            <p:cNvPr id="275" name="Google Shape;275;p40"/>
            <p:cNvSpPr/>
            <p:nvPr/>
          </p:nvSpPr>
          <p:spPr bwMode="auto">
            <a:xfrm>
              <a:off x="3231" y="2404"/>
              <a:ext cx="210" cy="210"/>
            </a:xfrm>
            <a:custGeom>
              <a:avLst/>
              <a:gdLst/>
              <a:ahLst/>
              <a:cxnLst/>
              <a:rect l="l" t="t" r="r" b="b"/>
              <a:pathLst>
                <a:path w="210" h="210" fill="norm" stroke="1" extrusionOk="0">
                  <a:moveTo>
                    <a:pt x="166" y="0"/>
                  </a:moveTo>
                  <a:lnTo>
                    <a:pt x="0" y="44"/>
                  </a:lnTo>
                  <a:lnTo>
                    <a:pt x="43" y="210"/>
                  </a:lnTo>
                  <a:lnTo>
                    <a:pt x="210" y="166"/>
                  </a:lnTo>
                  <a:lnTo>
                    <a:pt x="166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  <a:defRPr/>
              </a:pPr>
              <a:endParaRPr sz="1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</a:endParaRPr>
            </a:p>
          </p:txBody>
        </p:sp>
        <p:sp>
          <p:nvSpPr>
            <p:cNvPr id="276" name="Google Shape;276;p40"/>
            <p:cNvSpPr/>
            <p:nvPr/>
          </p:nvSpPr>
          <p:spPr bwMode="auto">
            <a:xfrm>
              <a:off x="3231" y="2404"/>
              <a:ext cx="210" cy="210"/>
            </a:xfrm>
            <a:custGeom>
              <a:avLst/>
              <a:gdLst/>
              <a:ahLst/>
              <a:cxnLst/>
              <a:rect l="l" t="t" r="r" b="b"/>
              <a:pathLst>
                <a:path w="210" h="210" fill="norm" stroke="1" extrusionOk="0">
                  <a:moveTo>
                    <a:pt x="166" y="0"/>
                  </a:moveTo>
                  <a:lnTo>
                    <a:pt x="0" y="44"/>
                  </a:lnTo>
                  <a:lnTo>
                    <a:pt x="43" y="210"/>
                  </a:lnTo>
                  <a:lnTo>
                    <a:pt x="210" y="166"/>
                  </a:lnTo>
                  <a:lnTo>
                    <a:pt x="166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  <a:defRPr/>
              </a:pPr>
              <a:endParaRPr sz="1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</a:endParaRPr>
            </a:p>
          </p:txBody>
        </p:sp>
        <p:sp>
          <p:nvSpPr>
            <p:cNvPr id="277" name="Google Shape;277;p40"/>
            <p:cNvSpPr/>
            <p:nvPr/>
          </p:nvSpPr>
          <p:spPr bwMode="auto">
            <a:xfrm>
              <a:off x="3202" y="2375"/>
              <a:ext cx="268" cy="268"/>
            </a:xfrm>
            <a:custGeom>
              <a:avLst/>
              <a:gdLst/>
              <a:ahLst/>
              <a:cxnLst/>
              <a:rect l="l" t="t" r="r" b="b"/>
              <a:pathLst>
                <a:path w="129" h="129" fill="norm" stroke="1" extrusionOk="0">
                  <a:moveTo>
                    <a:pt x="35" y="115"/>
                  </a:moveTo>
                  <a:cubicBezTo>
                    <a:pt x="14" y="35"/>
                    <a:pt x="14" y="35"/>
                    <a:pt x="14" y="35"/>
                  </a:cubicBezTo>
                  <a:cubicBezTo>
                    <a:pt x="94" y="14"/>
                    <a:pt x="94" y="14"/>
                    <a:pt x="94" y="14"/>
                  </a:cubicBezTo>
                  <a:cubicBezTo>
                    <a:pt x="115" y="94"/>
                    <a:pt x="115" y="94"/>
                    <a:pt x="115" y="94"/>
                  </a:cubicBezTo>
                  <a:cubicBezTo>
                    <a:pt x="35" y="115"/>
                    <a:pt x="35" y="115"/>
                    <a:pt x="35" y="115"/>
                  </a:cubicBezTo>
                  <a:moveTo>
                    <a:pt x="99" y="0"/>
                  </a:moveTo>
                  <a:cubicBezTo>
                    <a:pt x="99" y="0"/>
                    <a:pt x="99" y="0"/>
                    <a:pt x="98" y="0"/>
                  </a:cubicBezTo>
                  <a:cubicBezTo>
                    <a:pt x="3" y="26"/>
                    <a:pt x="3" y="26"/>
                    <a:pt x="3" y="26"/>
                  </a:cubicBezTo>
                  <a:cubicBezTo>
                    <a:pt x="1" y="27"/>
                    <a:pt x="0" y="29"/>
                    <a:pt x="0" y="31"/>
                  </a:cubicBezTo>
                  <a:cubicBezTo>
                    <a:pt x="26" y="126"/>
                    <a:pt x="26" y="126"/>
                    <a:pt x="26" y="126"/>
                  </a:cubicBezTo>
                  <a:cubicBezTo>
                    <a:pt x="26" y="128"/>
                    <a:pt x="28" y="129"/>
                    <a:pt x="30" y="129"/>
                  </a:cubicBezTo>
                  <a:cubicBezTo>
                    <a:pt x="30" y="129"/>
                    <a:pt x="30" y="129"/>
                    <a:pt x="31" y="129"/>
                  </a:cubicBezTo>
                  <a:cubicBezTo>
                    <a:pt x="126" y="103"/>
                    <a:pt x="126" y="103"/>
                    <a:pt x="126" y="103"/>
                  </a:cubicBezTo>
                  <a:cubicBezTo>
                    <a:pt x="128" y="103"/>
                    <a:pt x="129" y="100"/>
                    <a:pt x="129" y="98"/>
                  </a:cubicBezTo>
                  <a:cubicBezTo>
                    <a:pt x="103" y="3"/>
                    <a:pt x="103" y="3"/>
                    <a:pt x="103" y="3"/>
                  </a:cubicBezTo>
                  <a:cubicBezTo>
                    <a:pt x="103" y="2"/>
                    <a:pt x="101" y="0"/>
                    <a:pt x="99" y="0"/>
                  </a:cubicBezTo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  <a:defRPr/>
              </a:pPr>
              <a:endParaRPr sz="1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</a:endParaRPr>
            </a:p>
          </p:txBody>
        </p:sp>
        <p:sp>
          <p:nvSpPr>
            <p:cNvPr id="278" name="Google Shape;278;p40"/>
            <p:cNvSpPr/>
            <p:nvPr/>
          </p:nvSpPr>
          <p:spPr bwMode="auto">
            <a:xfrm>
              <a:off x="3081" y="1999"/>
              <a:ext cx="320" cy="316"/>
            </a:xfrm>
            <a:custGeom>
              <a:avLst/>
              <a:gdLst/>
              <a:ahLst/>
              <a:cxnLst/>
              <a:rect l="l" t="t" r="r" b="b"/>
              <a:pathLst>
                <a:path w="154" h="152" fill="norm" stroke="1" extrusionOk="0">
                  <a:moveTo>
                    <a:pt x="42" y="140"/>
                  </a:moveTo>
                  <a:cubicBezTo>
                    <a:pt x="40" y="140"/>
                    <a:pt x="39" y="139"/>
                    <a:pt x="38" y="137"/>
                  </a:cubicBezTo>
                  <a:cubicBezTo>
                    <a:pt x="13" y="42"/>
                    <a:pt x="13" y="42"/>
                    <a:pt x="13" y="42"/>
                  </a:cubicBezTo>
                  <a:cubicBezTo>
                    <a:pt x="12" y="40"/>
                    <a:pt x="14" y="38"/>
                    <a:pt x="16" y="37"/>
                  </a:cubicBezTo>
                  <a:cubicBezTo>
                    <a:pt x="111" y="12"/>
                    <a:pt x="111" y="12"/>
                    <a:pt x="111" y="12"/>
                  </a:cubicBezTo>
                  <a:cubicBezTo>
                    <a:pt x="111" y="12"/>
                    <a:pt x="111" y="12"/>
                    <a:pt x="112" y="12"/>
                  </a:cubicBezTo>
                  <a:cubicBezTo>
                    <a:pt x="114" y="12"/>
                    <a:pt x="115" y="13"/>
                    <a:pt x="116" y="15"/>
                  </a:cubicBezTo>
                  <a:cubicBezTo>
                    <a:pt x="141" y="110"/>
                    <a:pt x="141" y="110"/>
                    <a:pt x="141" y="110"/>
                  </a:cubicBezTo>
                  <a:cubicBezTo>
                    <a:pt x="142" y="112"/>
                    <a:pt x="140" y="114"/>
                    <a:pt x="138" y="115"/>
                  </a:cubicBezTo>
                  <a:cubicBezTo>
                    <a:pt x="43" y="140"/>
                    <a:pt x="43" y="140"/>
                    <a:pt x="43" y="140"/>
                  </a:cubicBezTo>
                  <a:cubicBezTo>
                    <a:pt x="43" y="140"/>
                    <a:pt x="43" y="140"/>
                    <a:pt x="42" y="140"/>
                  </a:cubicBezTo>
                  <a:moveTo>
                    <a:pt x="112" y="0"/>
                  </a:moveTo>
                  <a:cubicBezTo>
                    <a:pt x="112" y="0"/>
                    <a:pt x="112" y="0"/>
                    <a:pt x="112" y="0"/>
                  </a:cubicBezTo>
                  <a:cubicBezTo>
                    <a:pt x="110" y="0"/>
                    <a:pt x="109" y="0"/>
                    <a:pt x="108" y="0"/>
                  </a:cubicBezTo>
                  <a:cubicBezTo>
                    <a:pt x="13" y="26"/>
                    <a:pt x="13" y="26"/>
                    <a:pt x="13" y="26"/>
                  </a:cubicBezTo>
                  <a:cubicBezTo>
                    <a:pt x="13" y="26"/>
                    <a:pt x="13" y="26"/>
                    <a:pt x="13" y="26"/>
                  </a:cubicBezTo>
                  <a:cubicBezTo>
                    <a:pt x="8" y="27"/>
                    <a:pt x="5" y="30"/>
                    <a:pt x="3" y="33"/>
                  </a:cubicBezTo>
                  <a:cubicBezTo>
                    <a:pt x="1" y="37"/>
                    <a:pt x="0" y="41"/>
                    <a:pt x="1" y="45"/>
                  </a:cubicBezTo>
                  <a:cubicBezTo>
                    <a:pt x="27" y="140"/>
                    <a:pt x="27" y="140"/>
                    <a:pt x="27" y="140"/>
                  </a:cubicBezTo>
                  <a:cubicBezTo>
                    <a:pt x="28" y="145"/>
                    <a:pt x="30" y="148"/>
                    <a:pt x="34" y="150"/>
                  </a:cubicBezTo>
                  <a:cubicBezTo>
                    <a:pt x="37" y="152"/>
                    <a:pt x="39" y="152"/>
                    <a:pt x="42" y="152"/>
                  </a:cubicBezTo>
                  <a:cubicBezTo>
                    <a:pt x="42" y="152"/>
                    <a:pt x="42" y="152"/>
                    <a:pt x="42" y="152"/>
                  </a:cubicBezTo>
                  <a:cubicBezTo>
                    <a:pt x="44" y="152"/>
                    <a:pt x="45" y="152"/>
                    <a:pt x="46" y="152"/>
                  </a:cubicBezTo>
                  <a:cubicBezTo>
                    <a:pt x="141" y="126"/>
                    <a:pt x="141" y="126"/>
                    <a:pt x="141" y="126"/>
                  </a:cubicBezTo>
                  <a:cubicBezTo>
                    <a:pt x="146" y="125"/>
                    <a:pt x="149" y="123"/>
                    <a:pt x="151" y="119"/>
                  </a:cubicBezTo>
                  <a:cubicBezTo>
                    <a:pt x="153" y="115"/>
                    <a:pt x="154" y="111"/>
                    <a:pt x="153" y="107"/>
                  </a:cubicBezTo>
                  <a:cubicBezTo>
                    <a:pt x="127" y="12"/>
                    <a:pt x="127" y="12"/>
                    <a:pt x="127" y="12"/>
                  </a:cubicBezTo>
                  <a:cubicBezTo>
                    <a:pt x="125" y="4"/>
                    <a:pt x="119" y="0"/>
                    <a:pt x="112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  <a:defRPr/>
              </a:pPr>
              <a:endParaRPr sz="1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</a:endParaRPr>
            </a:p>
          </p:txBody>
        </p:sp>
        <p:sp>
          <p:nvSpPr>
            <p:cNvPr id="279" name="Google Shape;279;p40"/>
            <p:cNvSpPr/>
            <p:nvPr/>
          </p:nvSpPr>
          <p:spPr bwMode="auto">
            <a:xfrm>
              <a:off x="3137" y="2053"/>
              <a:ext cx="208" cy="208"/>
            </a:xfrm>
            <a:custGeom>
              <a:avLst/>
              <a:gdLst/>
              <a:ahLst/>
              <a:cxnLst/>
              <a:rect l="l" t="t" r="r" b="b"/>
              <a:pathLst>
                <a:path w="208" h="208" fill="norm" stroke="1" extrusionOk="0">
                  <a:moveTo>
                    <a:pt x="164" y="0"/>
                  </a:moveTo>
                  <a:lnTo>
                    <a:pt x="0" y="44"/>
                  </a:lnTo>
                  <a:lnTo>
                    <a:pt x="44" y="208"/>
                  </a:lnTo>
                  <a:lnTo>
                    <a:pt x="208" y="164"/>
                  </a:lnTo>
                  <a:lnTo>
                    <a:pt x="164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  <a:defRPr/>
              </a:pPr>
              <a:endParaRPr sz="1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</a:endParaRPr>
            </a:p>
          </p:txBody>
        </p:sp>
        <p:sp>
          <p:nvSpPr>
            <p:cNvPr id="280" name="Google Shape;280;p40"/>
            <p:cNvSpPr/>
            <p:nvPr/>
          </p:nvSpPr>
          <p:spPr bwMode="auto">
            <a:xfrm>
              <a:off x="3137" y="2053"/>
              <a:ext cx="208" cy="208"/>
            </a:xfrm>
            <a:custGeom>
              <a:avLst/>
              <a:gdLst/>
              <a:ahLst/>
              <a:cxnLst/>
              <a:rect l="l" t="t" r="r" b="b"/>
              <a:pathLst>
                <a:path w="208" h="208" fill="norm" stroke="1" extrusionOk="0">
                  <a:moveTo>
                    <a:pt x="164" y="0"/>
                  </a:moveTo>
                  <a:lnTo>
                    <a:pt x="0" y="44"/>
                  </a:lnTo>
                  <a:lnTo>
                    <a:pt x="44" y="208"/>
                  </a:lnTo>
                  <a:lnTo>
                    <a:pt x="208" y="164"/>
                  </a:lnTo>
                  <a:lnTo>
                    <a:pt x="164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  <a:defRPr/>
              </a:pPr>
              <a:endParaRPr sz="1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</a:endParaRPr>
            </a:p>
          </p:txBody>
        </p:sp>
        <p:sp>
          <p:nvSpPr>
            <p:cNvPr id="281" name="Google Shape;281;p40"/>
            <p:cNvSpPr/>
            <p:nvPr/>
          </p:nvSpPr>
          <p:spPr bwMode="auto">
            <a:xfrm>
              <a:off x="3106" y="2024"/>
              <a:ext cx="270" cy="266"/>
            </a:xfrm>
            <a:custGeom>
              <a:avLst/>
              <a:gdLst/>
              <a:ahLst/>
              <a:cxnLst/>
              <a:rect l="l" t="t" r="r" b="b"/>
              <a:pathLst>
                <a:path w="130" h="128" fill="norm" stroke="1" extrusionOk="0">
                  <a:moveTo>
                    <a:pt x="36" y="114"/>
                  </a:moveTo>
                  <a:cubicBezTo>
                    <a:pt x="15" y="35"/>
                    <a:pt x="15" y="35"/>
                    <a:pt x="15" y="35"/>
                  </a:cubicBezTo>
                  <a:cubicBezTo>
                    <a:pt x="94" y="14"/>
                    <a:pt x="94" y="14"/>
                    <a:pt x="94" y="14"/>
                  </a:cubicBezTo>
                  <a:cubicBezTo>
                    <a:pt x="115" y="93"/>
                    <a:pt x="115" y="93"/>
                    <a:pt x="115" y="93"/>
                  </a:cubicBezTo>
                  <a:cubicBezTo>
                    <a:pt x="36" y="114"/>
                    <a:pt x="36" y="114"/>
                    <a:pt x="36" y="114"/>
                  </a:cubicBezTo>
                  <a:moveTo>
                    <a:pt x="100" y="0"/>
                  </a:moveTo>
                  <a:cubicBezTo>
                    <a:pt x="99" y="0"/>
                    <a:pt x="99" y="0"/>
                    <a:pt x="99" y="0"/>
                  </a:cubicBezTo>
                  <a:cubicBezTo>
                    <a:pt x="4" y="25"/>
                    <a:pt x="4" y="25"/>
                    <a:pt x="4" y="25"/>
                  </a:cubicBezTo>
                  <a:cubicBezTo>
                    <a:pt x="2" y="26"/>
                    <a:pt x="0" y="28"/>
                    <a:pt x="1" y="30"/>
                  </a:cubicBezTo>
                  <a:cubicBezTo>
                    <a:pt x="26" y="125"/>
                    <a:pt x="26" y="125"/>
                    <a:pt x="26" y="125"/>
                  </a:cubicBezTo>
                  <a:cubicBezTo>
                    <a:pt x="27" y="127"/>
                    <a:pt x="28" y="128"/>
                    <a:pt x="30" y="128"/>
                  </a:cubicBezTo>
                  <a:cubicBezTo>
                    <a:pt x="31" y="128"/>
                    <a:pt x="31" y="128"/>
                    <a:pt x="31" y="128"/>
                  </a:cubicBezTo>
                  <a:cubicBezTo>
                    <a:pt x="126" y="103"/>
                    <a:pt x="126" y="103"/>
                    <a:pt x="126" y="103"/>
                  </a:cubicBezTo>
                  <a:cubicBezTo>
                    <a:pt x="128" y="102"/>
                    <a:pt x="130" y="100"/>
                    <a:pt x="129" y="98"/>
                  </a:cubicBezTo>
                  <a:cubicBezTo>
                    <a:pt x="104" y="3"/>
                    <a:pt x="104" y="3"/>
                    <a:pt x="104" y="3"/>
                  </a:cubicBezTo>
                  <a:cubicBezTo>
                    <a:pt x="103" y="1"/>
                    <a:pt x="102" y="0"/>
                    <a:pt x="100" y="0"/>
                  </a:cubicBezTo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  <a:defRPr/>
              </a:pPr>
              <a:endParaRPr sz="1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</a:endParaRPr>
            </a:p>
          </p:txBody>
        </p:sp>
        <p:sp>
          <p:nvSpPr>
            <p:cNvPr id="282" name="Google Shape;282;p40"/>
            <p:cNvSpPr/>
            <p:nvPr/>
          </p:nvSpPr>
          <p:spPr bwMode="auto">
            <a:xfrm>
              <a:off x="2987" y="1646"/>
              <a:ext cx="319" cy="318"/>
            </a:xfrm>
            <a:custGeom>
              <a:avLst/>
              <a:gdLst/>
              <a:ahLst/>
              <a:cxnLst/>
              <a:rect l="l" t="t" r="r" b="b"/>
              <a:pathLst>
                <a:path w="153" h="153" fill="norm" stroke="1" extrusionOk="0">
                  <a:moveTo>
                    <a:pt x="42" y="141"/>
                  </a:moveTo>
                  <a:cubicBezTo>
                    <a:pt x="40" y="141"/>
                    <a:pt x="38" y="140"/>
                    <a:pt x="38" y="138"/>
                  </a:cubicBezTo>
                  <a:cubicBezTo>
                    <a:pt x="12" y="43"/>
                    <a:pt x="12" y="43"/>
                    <a:pt x="12" y="43"/>
                  </a:cubicBezTo>
                  <a:cubicBezTo>
                    <a:pt x="12" y="41"/>
                    <a:pt x="13" y="38"/>
                    <a:pt x="15" y="38"/>
                  </a:cubicBezTo>
                  <a:cubicBezTo>
                    <a:pt x="110" y="12"/>
                    <a:pt x="110" y="12"/>
                    <a:pt x="110" y="12"/>
                  </a:cubicBezTo>
                  <a:cubicBezTo>
                    <a:pt x="111" y="12"/>
                    <a:pt x="111" y="12"/>
                    <a:pt x="111" y="12"/>
                  </a:cubicBezTo>
                  <a:cubicBezTo>
                    <a:pt x="113" y="12"/>
                    <a:pt x="115" y="13"/>
                    <a:pt x="115" y="15"/>
                  </a:cubicBezTo>
                  <a:cubicBezTo>
                    <a:pt x="141" y="110"/>
                    <a:pt x="141" y="110"/>
                    <a:pt x="141" y="110"/>
                  </a:cubicBezTo>
                  <a:cubicBezTo>
                    <a:pt x="141" y="112"/>
                    <a:pt x="140" y="115"/>
                    <a:pt x="138" y="115"/>
                  </a:cubicBezTo>
                  <a:cubicBezTo>
                    <a:pt x="43" y="141"/>
                    <a:pt x="43" y="141"/>
                    <a:pt x="43" y="141"/>
                  </a:cubicBezTo>
                  <a:cubicBezTo>
                    <a:pt x="42" y="141"/>
                    <a:pt x="42" y="141"/>
                    <a:pt x="42" y="141"/>
                  </a:cubicBezTo>
                  <a:moveTo>
                    <a:pt x="111" y="0"/>
                  </a:moveTo>
                  <a:cubicBezTo>
                    <a:pt x="110" y="0"/>
                    <a:pt x="109" y="0"/>
                    <a:pt x="107" y="1"/>
                  </a:cubicBezTo>
                  <a:cubicBezTo>
                    <a:pt x="12" y="26"/>
                    <a:pt x="12" y="26"/>
                    <a:pt x="12" y="26"/>
                  </a:cubicBezTo>
                  <a:cubicBezTo>
                    <a:pt x="12" y="26"/>
                    <a:pt x="12" y="26"/>
                    <a:pt x="12" y="26"/>
                  </a:cubicBezTo>
                  <a:cubicBezTo>
                    <a:pt x="8" y="27"/>
                    <a:pt x="5" y="30"/>
                    <a:pt x="2" y="34"/>
                  </a:cubicBezTo>
                  <a:cubicBezTo>
                    <a:pt x="0" y="37"/>
                    <a:pt x="0" y="42"/>
                    <a:pt x="1" y="46"/>
                  </a:cubicBezTo>
                  <a:cubicBezTo>
                    <a:pt x="26" y="141"/>
                    <a:pt x="26" y="141"/>
                    <a:pt x="26" y="141"/>
                  </a:cubicBezTo>
                  <a:cubicBezTo>
                    <a:pt x="28" y="148"/>
                    <a:pt x="35" y="153"/>
                    <a:pt x="42" y="153"/>
                  </a:cubicBezTo>
                  <a:cubicBezTo>
                    <a:pt x="42" y="153"/>
                    <a:pt x="42" y="153"/>
                    <a:pt x="42" y="153"/>
                  </a:cubicBezTo>
                  <a:cubicBezTo>
                    <a:pt x="43" y="153"/>
                    <a:pt x="45" y="153"/>
                    <a:pt x="46" y="152"/>
                  </a:cubicBezTo>
                  <a:cubicBezTo>
                    <a:pt x="141" y="127"/>
                    <a:pt x="141" y="127"/>
                    <a:pt x="141" y="127"/>
                  </a:cubicBezTo>
                  <a:cubicBezTo>
                    <a:pt x="145" y="126"/>
                    <a:pt x="149" y="123"/>
                    <a:pt x="151" y="119"/>
                  </a:cubicBezTo>
                  <a:cubicBezTo>
                    <a:pt x="152" y="117"/>
                    <a:pt x="153" y="114"/>
                    <a:pt x="153" y="111"/>
                  </a:cubicBezTo>
                  <a:cubicBezTo>
                    <a:pt x="153" y="111"/>
                    <a:pt x="153" y="111"/>
                    <a:pt x="153" y="111"/>
                  </a:cubicBezTo>
                  <a:cubicBezTo>
                    <a:pt x="153" y="110"/>
                    <a:pt x="153" y="108"/>
                    <a:pt x="152" y="107"/>
                  </a:cubicBezTo>
                  <a:cubicBezTo>
                    <a:pt x="127" y="12"/>
                    <a:pt x="127" y="12"/>
                    <a:pt x="127" y="12"/>
                  </a:cubicBezTo>
                  <a:cubicBezTo>
                    <a:pt x="125" y="5"/>
                    <a:pt x="118" y="0"/>
                    <a:pt x="111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  <a:defRPr/>
              </a:pPr>
              <a:endParaRPr sz="1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</a:endParaRPr>
            </a:p>
          </p:txBody>
        </p:sp>
        <p:sp>
          <p:nvSpPr>
            <p:cNvPr id="283" name="Google Shape;283;p40"/>
            <p:cNvSpPr/>
            <p:nvPr/>
          </p:nvSpPr>
          <p:spPr bwMode="auto">
            <a:xfrm>
              <a:off x="3042" y="1700"/>
              <a:ext cx="210" cy="210"/>
            </a:xfrm>
            <a:custGeom>
              <a:avLst/>
              <a:gdLst/>
              <a:ahLst/>
              <a:cxnLst/>
              <a:rect l="l" t="t" r="r" b="b"/>
              <a:pathLst>
                <a:path w="210" h="210" fill="norm" stroke="1" extrusionOk="0">
                  <a:moveTo>
                    <a:pt x="166" y="0"/>
                  </a:moveTo>
                  <a:lnTo>
                    <a:pt x="0" y="43"/>
                  </a:lnTo>
                  <a:lnTo>
                    <a:pt x="43" y="210"/>
                  </a:lnTo>
                  <a:lnTo>
                    <a:pt x="210" y="166"/>
                  </a:lnTo>
                  <a:lnTo>
                    <a:pt x="166" y="0"/>
                  </a:lnTo>
                  <a:close/>
                </a:path>
              </a:pathLst>
            </a:custGeom>
            <a:solidFill>
              <a:srgbClr val="4BD0A0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  <a:defRPr/>
              </a:pPr>
              <a:endParaRPr sz="1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</a:endParaRPr>
            </a:p>
          </p:txBody>
        </p:sp>
        <p:sp>
          <p:nvSpPr>
            <p:cNvPr id="284" name="Google Shape;284;p40"/>
            <p:cNvSpPr/>
            <p:nvPr/>
          </p:nvSpPr>
          <p:spPr bwMode="auto">
            <a:xfrm>
              <a:off x="3042" y="1700"/>
              <a:ext cx="210" cy="210"/>
            </a:xfrm>
            <a:custGeom>
              <a:avLst/>
              <a:gdLst/>
              <a:ahLst/>
              <a:cxnLst/>
              <a:rect l="l" t="t" r="r" b="b"/>
              <a:pathLst>
                <a:path w="210" h="210" fill="norm" stroke="1" extrusionOk="0">
                  <a:moveTo>
                    <a:pt x="166" y="0"/>
                  </a:moveTo>
                  <a:lnTo>
                    <a:pt x="0" y="43"/>
                  </a:lnTo>
                  <a:lnTo>
                    <a:pt x="43" y="210"/>
                  </a:lnTo>
                  <a:lnTo>
                    <a:pt x="210" y="166"/>
                  </a:lnTo>
                  <a:lnTo>
                    <a:pt x="166" y="0"/>
                  </a:lnTo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  <a:defRPr/>
              </a:pPr>
              <a:endParaRPr sz="1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</a:endParaRPr>
            </a:p>
          </p:txBody>
        </p:sp>
        <p:sp>
          <p:nvSpPr>
            <p:cNvPr id="285" name="Google Shape;285;p40"/>
            <p:cNvSpPr/>
            <p:nvPr/>
          </p:nvSpPr>
          <p:spPr bwMode="auto">
            <a:xfrm>
              <a:off x="3012" y="1671"/>
              <a:ext cx="269" cy="268"/>
            </a:xfrm>
            <a:custGeom>
              <a:avLst/>
              <a:gdLst/>
              <a:ahLst/>
              <a:cxnLst/>
              <a:rect l="l" t="t" r="r" b="b"/>
              <a:pathLst>
                <a:path w="129" h="129" fill="norm" stroke="1" extrusionOk="0">
                  <a:moveTo>
                    <a:pt x="37" y="123"/>
                  </a:moveTo>
                  <a:cubicBezTo>
                    <a:pt x="37" y="123"/>
                    <a:pt x="37" y="123"/>
                    <a:pt x="37" y="123"/>
                  </a:cubicBezTo>
                  <a:cubicBezTo>
                    <a:pt x="37" y="123"/>
                    <a:pt x="37" y="123"/>
                    <a:pt x="37" y="123"/>
                  </a:cubicBezTo>
                  <a:moveTo>
                    <a:pt x="35" y="115"/>
                  </a:moveTo>
                  <a:cubicBezTo>
                    <a:pt x="14" y="35"/>
                    <a:pt x="14" y="35"/>
                    <a:pt x="14" y="35"/>
                  </a:cubicBezTo>
                  <a:cubicBezTo>
                    <a:pt x="94" y="14"/>
                    <a:pt x="94" y="14"/>
                    <a:pt x="94" y="14"/>
                  </a:cubicBezTo>
                  <a:cubicBezTo>
                    <a:pt x="115" y="94"/>
                    <a:pt x="115" y="94"/>
                    <a:pt x="115" y="94"/>
                  </a:cubicBezTo>
                  <a:cubicBezTo>
                    <a:pt x="35" y="115"/>
                    <a:pt x="35" y="115"/>
                    <a:pt x="35" y="115"/>
                  </a:cubicBezTo>
                  <a:moveTo>
                    <a:pt x="99" y="0"/>
                  </a:moveTo>
                  <a:cubicBezTo>
                    <a:pt x="99" y="0"/>
                    <a:pt x="99" y="0"/>
                    <a:pt x="98" y="0"/>
                  </a:cubicBezTo>
                  <a:cubicBezTo>
                    <a:pt x="3" y="26"/>
                    <a:pt x="3" y="26"/>
                    <a:pt x="3" y="26"/>
                  </a:cubicBezTo>
                  <a:cubicBezTo>
                    <a:pt x="1" y="26"/>
                    <a:pt x="0" y="29"/>
                    <a:pt x="0" y="31"/>
                  </a:cubicBezTo>
                  <a:cubicBezTo>
                    <a:pt x="26" y="126"/>
                    <a:pt x="26" y="126"/>
                    <a:pt x="26" y="126"/>
                  </a:cubicBezTo>
                  <a:cubicBezTo>
                    <a:pt x="26" y="128"/>
                    <a:pt x="28" y="129"/>
                    <a:pt x="30" y="129"/>
                  </a:cubicBezTo>
                  <a:cubicBezTo>
                    <a:pt x="30" y="129"/>
                    <a:pt x="30" y="129"/>
                    <a:pt x="31" y="129"/>
                  </a:cubicBezTo>
                  <a:cubicBezTo>
                    <a:pt x="126" y="103"/>
                    <a:pt x="126" y="103"/>
                    <a:pt x="126" y="103"/>
                  </a:cubicBezTo>
                  <a:cubicBezTo>
                    <a:pt x="128" y="103"/>
                    <a:pt x="129" y="100"/>
                    <a:pt x="129" y="98"/>
                  </a:cubicBezTo>
                  <a:cubicBezTo>
                    <a:pt x="103" y="3"/>
                    <a:pt x="103" y="3"/>
                    <a:pt x="103" y="3"/>
                  </a:cubicBezTo>
                  <a:cubicBezTo>
                    <a:pt x="103" y="1"/>
                    <a:pt x="101" y="0"/>
                    <a:pt x="99" y="0"/>
                  </a:cubicBezTo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  <a:defRPr/>
              </a:pPr>
              <a:endParaRPr sz="1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</a:endParaRPr>
            </a:p>
          </p:txBody>
        </p:sp>
        <p:sp>
          <p:nvSpPr>
            <p:cNvPr id="286" name="Google Shape;286;p40"/>
            <p:cNvSpPr/>
            <p:nvPr/>
          </p:nvSpPr>
          <p:spPr bwMode="auto">
            <a:xfrm>
              <a:off x="2455" y="2654"/>
              <a:ext cx="372" cy="374"/>
            </a:xfrm>
            <a:custGeom>
              <a:avLst/>
              <a:gdLst/>
              <a:ahLst/>
              <a:cxnLst/>
              <a:rect l="l" t="t" r="r" b="b"/>
              <a:pathLst>
                <a:path w="179" h="180" fill="norm" stroke="1" extrusionOk="0">
                  <a:moveTo>
                    <a:pt x="90" y="180"/>
                  </a:moveTo>
                  <a:cubicBezTo>
                    <a:pt x="90" y="180"/>
                    <a:pt x="90" y="180"/>
                    <a:pt x="90" y="180"/>
                  </a:cubicBezTo>
                  <a:cubicBezTo>
                    <a:pt x="87" y="180"/>
                    <a:pt x="85" y="178"/>
                    <a:pt x="84" y="176"/>
                  </a:cubicBezTo>
                  <a:cubicBezTo>
                    <a:pt x="63" y="118"/>
                    <a:pt x="63" y="118"/>
                    <a:pt x="63" y="118"/>
                  </a:cubicBezTo>
                  <a:cubicBezTo>
                    <a:pt x="62" y="118"/>
                    <a:pt x="62" y="117"/>
                    <a:pt x="61" y="117"/>
                  </a:cubicBezTo>
                  <a:cubicBezTo>
                    <a:pt x="4" y="96"/>
                    <a:pt x="4" y="96"/>
                    <a:pt x="4" y="96"/>
                  </a:cubicBezTo>
                  <a:cubicBezTo>
                    <a:pt x="1" y="95"/>
                    <a:pt x="0" y="93"/>
                    <a:pt x="0" y="90"/>
                  </a:cubicBezTo>
                  <a:cubicBezTo>
                    <a:pt x="0" y="88"/>
                    <a:pt x="1" y="85"/>
                    <a:pt x="4" y="84"/>
                  </a:cubicBezTo>
                  <a:cubicBezTo>
                    <a:pt x="61" y="63"/>
                    <a:pt x="61" y="63"/>
                    <a:pt x="61" y="63"/>
                  </a:cubicBezTo>
                  <a:cubicBezTo>
                    <a:pt x="62" y="63"/>
                    <a:pt x="62" y="62"/>
                    <a:pt x="63" y="62"/>
                  </a:cubicBezTo>
                  <a:cubicBezTo>
                    <a:pt x="84" y="4"/>
                    <a:pt x="84" y="4"/>
                    <a:pt x="84" y="4"/>
                  </a:cubicBezTo>
                  <a:cubicBezTo>
                    <a:pt x="85" y="2"/>
                    <a:pt x="87" y="0"/>
                    <a:pt x="90" y="0"/>
                  </a:cubicBezTo>
                  <a:cubicBezTo>
                    <a:pt x="92" y="0"/>
                    <a:pt x="94" y="2"/>
                    <a:pt x="95" y="4"/>
                  </a:cubicBezTo>
                  <a:cubicBezTo>
                    <a:pt x="117" y="62"/>
                    <a:pt x="117" y="62"/>
                    <a:pt x="117" y="62"/>
                  </a:cubicBezTo>
                  <a:cubicBezTo>
                    <a:pt x="117" y="62"/>
                    <a:pt x="117" y="63"/>
                    <a:pt x="118" y="63"/>
                  </a:cubicBezTo>
                  <a:cubicBezTo>
                    <a:pt x="175" y="84"/>
                    <a:pt x="175" y="84"/>
                    <a:pt x="175" y="84"/>
                  </a:cubicBezTo>
                  <a:cubicBezTo>
                    <a:pt x="178" y="85"/>
                    <a:pt x="179" y="88"/>
                    <a:pt x="179" y="90"/>
                  </a:cubicBezTo>
                  <a:cubicBezTo>
                    <a:pt x="179" y="93"/>
                    <a:pt x="178" y="95"/>
                    <a:pt x="175" y="96"/>
                  </a:cubicBezTo>
                  <a:cubicBezTo>
                    <a:pt x="118" y="117"/>
                    <a:pt x="118" y="117"/>
                    <a:pt x="118" y="117"/>
                  </a:cubicBezTo>
                  <a:cubicBezTo>
                    <a:pt x="117" y="117"/>
                    <a:pt x="117" y="118"/>
                    <a:pt x="117" y="118"/>
                  </a:cubicBezTo>
                  <a:cubicBezTo>
                    <a:pt x="95" y="176"/>
                    <a:pt x="95" y="176"/>
                    <a:pt x="95" y="176"/>
                  </a:cubicBezTo>
                  <a:cubicBezTo>
                    <a:pt x="94" y="178"/>
                    <a:pt x="92" y="180"/>
                    <a:pt x="90" y="180"/>
                  </a:cubicBezTo>
                  <a:close/>
                  <a:moveTo>
                    <a:pt x="23" y="90"/>
                  </a:moveTo>
                  <a:cubicBezTo>
                    <a:pt x="66" y="106"/>
                    <a:pt x="66" y="106"/>
                    <a:pt x="66" y="106"/>
                  </a:cubicBezTo>
                  <a:cubicBezTo>
                    <a:pt x="69" y="107"/>
                    <a:pt x="72" y="110"/>
                    <a:pt x="74" y="114"/>
                  </a:cubicBezTo>
                  <a:cubicBezTo>
                    <a:pt x="90" y="157"/>
                    <a:pt x="90" y="157"/>
                    <a:pt x="90" y="157"/>
                  </a:cubicBezTo>
                  <a:cubicBezTo>
                    <a:pt x="105" y="114"/>
                    <a:pt x="105" y="114"/>
                    <a:pt x="105" y="114"/>
                  </a:cubicBezTo>
                  <a:cubicBezTo>
                    <a:pt x="107" y="110"/>
                    <a:pt x="110" y="107"/>
                    <a:pt x="114" y="106"/>
                  </a:cubicBezTo>
                  <a:cubicBezTo>
                    <a:pt x="156" y="90"/>
                    <a:pt x="156" y="90"/>
                    <a:pt x="156" y="90"/>
                  </a:cubicBezTo>
                  <a:cubicBezTo>
                    <a:pt x="114" y="74"/>
                    <a:pt x="114" y="74"/>
                    <a:pt x="114" y="74"/>
                  </a:cubicBezTo>
                  <a:cubicBezTo>
                    <a:pt x="110" y="73"/>
                    <a:pt x="107" y="70"/>
                    <a:pt x="105" y="66"/>
                  </a:cubicBezTo>
                  <a:cubicBezTo>
                    <a:pt x="90" y="24"/>
                    <a:pt x="90" y="24"/>
                    <a:pt x="90" y="24"/>
                  </a:cubicBezTo>
                  <a:cubicBezTo>
                    <a:pt x="74" y="66"/>
                    <a:pt x="74" y="66"/>
                    <a:pt x="74" y="66"/>
                  </a:cubicBezTo>
                  <a:cubicBezTo>
                    <a:pt x="72" y="70"/>
                    <a:pt x="69" y="73"/>
                    <a:pt x="66" y="74"/>
                  </a:cubicBezTo>
                  <a:lnTo>
                    <a:pt x="23" y="9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  <a:defRPr/>
              </a:pPr>
              <a:endParaRPr sz="1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</a:endParaRPr>
            </a:p>
          </p:txBody>
        </p:sp>
        <p:sp>
          <p:nvSpPr>
            <p:cNvPr id="287" name="Google Shape;287;p40"/>
            <p:cNvSpPr/>
            <p:nvPr/>
          </p:nvSpPr>
          <p:spPr bwMode="auto">
            <a:xfrm>
              <a:off x="3921" y="1822"/>
              <a:ext cx="753" cy="1382"/>
            </a:xfrm>
            <a:custGeom>
              <a:avLst/>
              <a:gdLst/>
              <a:ahLst/>
              <a:cxnLst/>
              <a:rect l="l" t="t" r="r" b="b"/>
              <a:pathLst>
                <a:path w="362" h="665" fill="norm" stroke="1" extrusionOk="0">
                  <a:moveTo>
                    <a:pt x="211" y="7"/>
                  </a:moveTo>
                  <a:cubicBezTo>
                    <a:pt x="212" y="2"/>
                    <a:pt x="217" y="0"/>
                    <a:pt x="221" y="2"/>
                  </a:cubicBezTo>
                  <a:cubicBezTo>
                    <a:pt x="356" y="57"/>
                    <a:pt x="356" y="57"/>
                    <a:pt x="356" y="57"/>
                  </a:cubicBezTo>
                  <a:cubicBezTo>
                    <a:pt x="360" y="59"/>
                    <a:pt x="362" y="63"/>
                    <a:pt x="361" y="67"/>
                  </a:cubicBezTo>
                  <a:cubicBezTo>
                    <a:pt x="349" y="99"/>
                    <a:pt x="349" y="99"/>
                    <a:pt x="349" y="99"/>
                  </a:cubicBezTo>
                  <a:cubicBezTo>
                    <a:pt x="350" y="102"/>
                    <a:pt x="350" y="102"/>
                    <a:pt x="350" y="102"/>
                  </a:cubicBezTo>
                  <a:cubicBezTo>
                    <a:pt x="351" y="110"/>
                    <a:pt x="345" y="125"/>
                    <a:pt x="339" y="129"/>
                  </a:cubicBezTo>
                  <a:cubicBezTo>
                    <a:pt x="339" y="135"/>
                    <a:pt x="337" y="147"/>
                    <a:pt x="328" y="156"/>
                  </a:cubicBezTo>
                  <a:cubicBezTo>
                    <a:pt x="161" y="566"/>
                    <a:pt x="161" y="566"/>
                    <a:pt x="161" y="566"/>
                  </a:cubicBezTo>
                  <a:cubicBezTo>
                    <a:pt x="98" y="616"/>
                    <a:pt x="98" y="616"/>
                    <a:pt x="98" y="616"/>
                  </a:cubicBezTo>
                  <a:cubicBezTo>
                    <a:pt x="34" y="665"/>
                    <a:pt x="34" y="665"/>
                    <a:pt x="34" y="665"/>
                  </a:cubicBezTo>
                  <a:cubicBezTo>
                    <a:pt x="17" y="582"/>
                    <a:pt x="17" y="582"/>
                    <a:pt x="17" y="582"/>
                  </a:cubicBezTo>
                  <a:cubicBezTo>
                    <a:pt x="0" y="499"/>
                    <a:pt x="0" y="499"/>
                    <a:pt x="0" y="499"/>
                  </a:cubicBezTo>
                  <a:cubicBezTo>
                    <a:pt x="175" y="92"/>
                    <a:pt x="175" y="92"/>
                    <a:pt x="175" y="92"/>
                  </a:cubicBezTo>
                  <a:cubicBezTo>
                    <a:pt x="175" y="82"/>
                    <a:pt x="179" y="71"/>
                    <a:pt x="186" y="65"/>
                  </a:cubicBezTo>
                  <a:cubicBezTo>
                    <a:pt x="184" y="58"/>
                    <a:pt x="191" y="43"/>
                    <a:pt x="197" y="38"/>
                  </a:cubicBezTo>
                  <a:cubicBezTo>
                    <a:pt x="199" y="37"/>
                    <a:pt x="199" y="37"/>
                    <a:pt x="199" y="37"/>
                  </a:cubicBezTo>
                  <a:lnTo>
                    <a:pt x="211" y="7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  <a:defRPr/>
              </a:pPr>
              <a:endParaRPr sz="1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</a:endParaRPr>
            </a:p>
          </p:txBody>
        </p:sp>
        <p:sp>
          <p:nvSpPr>
            <p:cNvPr id="288" name="Google Shape;288;p40"/>
            <p:cNvSpPr/>
            <p:nvPr/>
          </p:nvSpPr>
          <p:spPr bwMode="auto">
            <a:xfrm>
              <a:off x="3909" y="1812"/>
              <a:ext cx="780" cy="1404"/>
            </a:xfrm>
            <a:custGeom>
              <a:avLst/>
              <a:gdLst/>
              <a:ahLst/>
              <a:cxnLst/>
              <a:rect l="l" t="t" r="r" b="b"/>
              <a:pathLst>
                <a:path w="375" h="676" fill="norm" stroke="1" extrusionOk="0">
                  <a:moveTo>
                    <a:pt x="40" y="676"/>
                  </a:moveTo>
                  <a:cubicBezTo>
                    <a:pt x="39" y="676"/>
                    <a:pt x="39" y="676"/>
                    <a:pt x="38" y="676"/>
                  </a:cubicBezTo>
                  <a:cubicBezTo>
                    <a:pt x="36" y="675"/>
                    <a:pt x="35" y="673"/>
                    <a:pt x="34" y="671"/>
                  </a:cubicBezTo>
                  <a:cubicBezTo>
                    <a:pt x="17" y="589"/>
                    <a:pt x="17" y="589"/>
                    <a:pt x="17" y="589"/>
                  </a:cubicBezTo>
                  <a:cubicBezTo>
                    <a:pt x="17" y="588"/>
                    <a:pt x="17" y="588"/>
                    <a:pt x="17" y="588"/>
                  </a:cubicBezTo>
                  <a:cubicBezTo>
                    <a:pt x="1" y="506"/>
                    <a:pt x="1" y="506"/>
                    <a:pt x="1" y="506"/>
                  </a:cubicBezTo>
                  <a:cubicBezTo>
                    <a:pt x="0" y="505"/>
                    <a:pt x="0" y="505"/>
                    <a:pt x="0" y="504"/>
                  </a:cubicBezTo>
                  <a:cubicBezTo>
                    <a:pt x="0" y="504"/>
                    <a:pt x="0" y="504"/>
                    <a:pt x="0" y="504"/>
                  </a:cubicBezTo>
                  <a:cubicBezTo>
                    <a:pt x="1" y="503"/>
                    <a:pt x="1" y="503"/>
                    <a:pt x="1" y="502"/>
                  </a:cubicBezTo>
                  <a:cubicBezTo>
                    <a:pt x="175" y="95"/>
                    <a:pt x="175" y="95"/>
                    <a:pt x="175" y="95"/>
                  </a:cubicBezTo>
                  <a:cubicBezTo>
                    <a:pt x="175" y="85"/>
                    <a:pt x="179" y="74"/>
                    <a:pt x="186" y="67"/>
                  </a:cubicBezTo>
                  <a:cubicBezTo>
                    <a:pt x="186" y="58"/>
                    <a:pt x="192" y="44"/>
                    <a:pt x="199" y="38"/>
                  </a:cubicBezTo>
                  <a:cubicBezTo>
                    <a:pt x="200" y="38"/>
                    <a:pt x="200" y="38"/>
                    <a:pt x="200" y="37"/>
                  </a:cubicBezTo>
                  <a:cubicBezTo>
                    <a:pt x="211" y="10"/>
                    <a:pt x="211" y="10"/>
                    <a:pt x="211" y="10"/>
                  </a:cubicBezTo>
                  <a:cubicBezTo>
                    <a:pt x="212" y="6"/>
                    <a:pt x="215" y="3"/>
                    <a:pt x="218" y="2"/>
                  </a:cubicBezTo>
                  <a:cubicBezTo>
                    <a:pt x="222" y="0"/>
                    <a:pt x="226" y="0"/>
                    <a:pt x="229" y="1"/>
                  </a:cubicBezTo>
                  <a:cubicBezTo>
                    <a:pt x="364" y="57"/>
                    <a:pt x="364" y="57"/>
                    <a:pt x="364" y="57"/>
                  </a:cubicBezTo>
                  <a:cubicBezTo>
                    <a:pt x="371" y="59"/>
                    <a:pt x="375" y="67"/>
                    <a:pt x="372" y="74"/>
                  </a:cubicBezTo>
                  <a:cubicBezTo>
                    <a:pt x="362" y="104"/>
                    <a:pt x="362" y="104"/>
                    <a:pt x="362" y="104"/>
                  </a:cubicBezTo>
                  <a:cubicBezTo>
                    <a:pt x="362" y="104"/>
                    <a:pt x="362" y="104"/>
                    <a:pt x="362" y="104"/>
                  </a:cubicBezTo>
                  <a:cubicBezTo>
                    <a:pt x="362" y="105"/>
                    <a:pt x="362" y="105"/>
                    <a:pt x="362" y="106"/>
                  </a:cubicBezTo>
                  <a:cubicBezTo>
                    <a:pt x="363" y="115"/>
                    <a:pt x="358" y="130"/>
                    <a:pt x="351" y="137"/>
                  </a:cubicBezTo>
                  <a:cubicBezTo>
                    <a:pt x="350" y="143"/>
                    <a:pt x="348" y="155"/>
                    <a:pt x="339" y="164"/>
                  </a:cubicBezTo>
                  <a:cubicBezTo>
                    <a:pt x="173" y="573"/>
                    <a:pt x="173" y="573"/>
                    <a:pt x="173" y="573"/>
                  </a:cubicBezTo>
                  <a:cubicBezTo>
                    <a:pt x="172" y="574"/>
                    <a:pt x="172" y="575"/>
                    <a:pt x="172" y="575"/>
                  </a:cubicBezTo>
                  <a:cubicBezTo>
                    <a:pt x="171" y="575"/>
                    <a:pt x="171" y="575"/>
                    <a:pt x="171" y="575"/>
                  </a:cubicBezTo>
                  <a:cubicBezTo>
                    <a:pt x="171" y="575"/>
                    <a:pt x="171" y="575"/>
                    <a:pt x="171" y="575"/>
                  </a:cubicBezTo>
                  <a:cubicBezTo>
                    <a:pt x="171" y="576"/>
                    <a:pt x="171" y="576"/>
                    <a:pt x="171" y="576"/>
                  </a:cubicBezTo>
                  <a:cubicBezTo>
                    <a:pt x="107" y="625"/>
                    <a:pt x="107" y="625"/>
                    <a:pt x="107" y="625"/>
                  </a:cubicBezTo>
                  <a:cubicBezTo>
                    <a:pt x="107" y="625"/>
                    <a:pt x="107" y="625"/>
                    <a:pt x="107" y="625"/>
                  </a:cubicBezTo>
                  <a:cubicBezTo>
                    <a:pt x="107" y="625"/>
                    <a:pt x="107" y="625"/>
                    <a:pt x="107" y="625"/>
                  </a:cubicBezTo>
                  <a:cubicBezTo>
                    <a:pt x="107" y="625"/>
                    <a:pt x="107" y="625"/>
                    <a:pt x="107" y="625"/>
                  </a:cubicBezTo>
                  <a:cubicBezTo>
                    <a:pt x="44" y="675"/>
                    <a:pt x="44" y="675"/>
                    <a:pt x="44" y="675"/>
                  </a:cubicBezTo>
                  <a:cubicBezTo>
                    <a:pt x="43" y="676"/>
                    <a:pt x="41" y="676"/>
                    <a:pt x="40" y="676"/>
                  </a:cubicBezTo>
                  <a:close/>
                  <a:moveTo>
                    <a:pt x="31" y="593"/>
                  </a:moveTo>
                  <a:cubicBezTo>
                    <a:pt x="44" y="659"/>
                    <a:pt x="44" y="659"/>
                    <a:pt x="44" y="659"/>
                  </a:cubicBezTo>
                  <a:cubicBezTo>
                    <a:pt x="95" y="620"/>
                    <a:pt x="95" y="620"/>
                    <a:pt x="95" y="620"/>
                  </a:cubicBezTo>
                  <a:cubicBezTo>
                    <a:pt x="76" y="598"/>
                    <a:pt x="61" y="593"/>
                    <a:pt x="31" y="593"/>
                  </a:cubicBezTo>
                  <a:close/>
                  <a:moveTo>
                    <a:pt x="33" y="581"/>
                  </a:moveTo>
                  <a:cubicBezTo>
                    <a:pt x="64" y="581"/>
                    <a:pt x="83" y="587"/>
                    <a:pt x="105" y="612"/>
                  </a:cubicBezTo>
                  <a:cubicBezTo>
                    <a:pt x="159" y="570"/>
                    <a:pt x="159" y="570"/>
                    <a:pt x="159" y="570"/>
                  </a:cubicBezTo>
                  <a:cubicBezTo>
                    <a:pt x="148" y="548"/>
                    <a:pt x="138" y="547"/>
                    <a:pt x="115" y="555"/>
                  </a:cubicBezTo>
                  <a:cubicBezTo>
                    <a:pt x="115" y="555"/>
                    <a:pt x="114" y="555"/>
                    <a:pt x="114" y="555"/>
                  </a:cubicBezTo>
                  <a:cubicBezTo>
                    <a:pt x="113" y="555"/>
                    <a:pt x="113" y="555"/>
                    <a:pt x="113" y="555"/>
                  </a:cubicBezTo>
                  <a:cubicBezTo>
                    <a:pt x="112" y="555"/>
                    <a:pt x="112" y="555"/>
                    <a:pt x="111" y="555"/>
                  </a:cubicBezTo>
                  <a:cubicBezTo>
                    <a:pt x="111" y="554"/>
                    <a:pt x="110" y="554"/>
                    <a:pt x="110" y="554"/>
                  </a:cubicBezTo>
                  <a:cubicBezTo>
                    <a:pt x="109" y="553"/>
                    <a:pt x="109" y="553"/>
                    <a:pt x="109" y="553"/>
                  </a:cubicBezTo>
                  <a:cubicBezTo>
                    <a:pt x="108" y="553"/>
                    <a:pt x="108" y="552"/>
                    <a:pt x="108" y="551"/>
                  </a:cubicBezTo>
                  <a:cubicBezTo>
                    <a:pt x="107" y="551"/>
                    <a:pt x="107" y="550"/>
                    <a:pt x="107" y="549"/>
                  </a:cubicBezTo>
                  <a:cubicBezTo>
                    <a:pt x="107" y="549"/>
                    <a:pt x="107" y="549"/>
                    <a:pt x="107" y="549"/>
                  </a:cubicBezTo>
                  <a:cubicBezTo>
                    <a:pt x="107" y="548"/>
                    <a:pt x="107" y="548"/>
                    <a:pt x="107" y="548"/>
                  </a:cubicBezTo>
                  <a:cubicBezTo>
                    <a:pt x="110" y="534"/>
                    <a:pt x="99" y="528"/>
                    <a:pt x="94" y="526"/>
                  </a:cubicBezTo>
                  <a:cubicBezTo>
                    <a:pt x="84" y="521"/>
                    <a:pt x="70" y="522"/>
                    <a:pt x="64" y="530"/>
                  </a:cubicBezTo>
                  <a:cubicBezTo>
                    <a:pt x="64" y="530"/>
                    <a:pt x="64" y="530"/>
                    <a:pt x="64" y="530"/>
                  </a:cubicBezTo>
                  <a:cubicBezTo>
                    <a:pt x="63" y="531"/>
                    <a:pt x="63" y="531"/>
                    <a:pt x="63" y="531"/>
                  </a:cubicBezTo>
                  <a:cubicBezTo>
                    <a:pt x="63" y="531"/>
                    <a:pt x="62" y="532"/>
                    <a:pt x="62" y="532"/>
                  </a:cubicBezTo>
                  <a:cubicBezTo>
                    <a:pt x="61" y="532"/>
                    <a:pt x="61" y="532"/>
                    <a:pt x="60" y="532"/>
                  </a:cubicBezTo>
                  <a:cubicBezTo>
                    <a:pt x="59" y="532"/>
                    <a:pt x="59" y="532"/>
                    <a:pt x="58" y="532"/>
                  </a:cubicBezTo>
                  <a:cubicBezTo>
                    <a:pt x="58" y="532"/>
                    <a:pt x="57" y="532"/>
                    <a:pt x="57" y="532"/>
                  </a:cubicBezTo>
                  <a:cubicBezTo>
                    <a:pt x="56" y="532"/>
                    <a:pt x="56" y="531"/>
                    <a:pt x="55" y="531"/>
                  </a:cubicBezTo>
                  <a:cubicBezTo>
                    <a:pt x="55" y="530"/>
                    <a:pt x="55" y="530"/>
                    <a:pt x="55" y="530"/>
                  </a:cubicBezTo>
                  <a:cubicBezTo>
                    <a:pt x="54" y="530"/>
                    <a:pt x="54" y="530"/>
                    <a:pt x="54" y="530"/>
                  </a:cubicBezTo>
                  <a:cubicBezTo>
                    <a:pt x="41" y="510"/>
                    <a:pt x="34" y="503"/>
                    <a:pt x="13" y="509"/>
                  </a:cubicBezTo>
                  <a:cubicBezTo>
                    <a:pt x="28" y="581"/>
                    <a:pt x="28" y="581"/>
                    <a:pt x="28" y="581"/>
                  </a:cubicBezTo>
                  <a:cubicBezTo>
                    <a:pt x="30" y="581"/>
                    <a:pt x="32" y="581"/>
                    <a:pt x="33" y="581"/>
                  </a:cubicBezTo>
                  <a:close/>
                  <a:moveTo>
                    <a:pt x="136" y="538"/>
                  </a:moveTo>
                  <a:cubicBezTo>
                    <a:pt x="149" y="538"/>
                    <a:pt x="158" y="544"/>
                    <a:pt x="166" y="557"/>
                  </a:cubicBezTo>
                  <a:cubicBezTo>
                    <a:pt x="326" y="164"/>
                    <a:pt x="326" y="164"/>
                    <a:pt x="326" y="164"/>
                  </a:cubicBezTo>
                  <a:cubicBezTo>
                    <a:pt x="313" y="158"/>
                    <a:pt x="302" y="152"/>
                    <a:pt x="291" y="148"/>
                  </a:cubicBezTo>
                  <a:cubicBezTo>
                    <a:pt x="250" y="244"/>
                    <a:pt x="250" y="244"/>
                    <a:pt x="250" y="244"/>
                  </a:cubicBezTo>
                  <a:cubicBezTo>
                    <a:pt x="248" y="247"/>
                    <a:pt x="245" y="249"/>
                    <a:pt x="242" y="248"/>
                  </a:cubicBezTo>
                  <a:cubicBezTo>
                    <a:pt x="239" y="246"/>
                    <a:pt x="237" y="243"/>
                    <a:pt x="239" y="240"/>
                  </a:cubicBezTo>
                  <a:cubicBezTo>
                    <a:pt x="280" y="143"/>
                    <a:pt x="280" y="143"/>
                    <a:pt x="280" y="143"/>
                  </a:cubicBezTo>
                  <a:cubicBezTo>
                    <a:pt x="263" y="135"/>
                    <a:pt x="247" y="129"/>
                    <a:pt x="230" y="122"/>
                  </a:cubicBezTo>
                  <a:cubicBezTo>
                    <a:pt x="149" y="323"/>
                    <a:pt x="149" y="323"/>
                    <a:pt x="149" y="323"/>
                  </a:cubicBezTo>
                  <a:cubicBezTo>
                    <a:pt x="147" y="326"/>
                    <a:pt x="144" y="327"/>
                    <a:pt x="141" y="326"/>
                  </a:cubicBezTo>
                  <a:cubicBezTo>
                    <a:pt x="138" y="325"/>
                    <a:pt x="136" y="321"/>
                    <a:pt x="138" y="318"/>
                  </a:cubicBezTo>
                  <a:cubicBezTo>
                    <a:pt x="219" y="118"/>
                    <a:pt x="219" y="118"/>
                    <a:pt x="219" y="118"/>
                  </a:cubicBezTo>
                  <a:cubicBezTo>
                    <a:pt x="208" y="114"/>
                    <a:pt x="197" y="109"/>
                    <a:pt x="184" y="104"/>
                  </a:cubicBezTo>
                  <a:cubicBezTo>
                    <a:pt x="17" y="496"/>
                    <a:pt x="17" y="496"/>
                    <a:pt x="17" y="496"/>
                  </a:cubicBezTo>
                  <a:cubicBezTo>
                    <a:pt x="37" y="492"/>
                    <a:pt x="48" y="500"/>
                    <a:pt x="58" y="514"/>
                  </a:cubicBezTo>
                  <a:cubicBezTo>
                    <a:pt x="96" y="421"/>
                    <a:pt x="96" y="421"/>
                    <a:pt x="96" y="421"/>
                  </a:cubicBezTo>
                  <a:cubicBezTo>
                    <a:pt x="97" y="418"/>
                    <a:pt x="100" y="417"/>
                    <a:pt x="103" y="418"/>
                  </a:cubicBezTo>
                  <a:cubicBezTo>
                    <a:pt x="107" y="419"/>
                    <a:pt x="108" y="423"/>
                    <a:pt x="107" y="426"/>
                  </a:cubicBezTo>
                  <a:cubicBezTo>
                    <a:pt x="72" y="512"/>
                    <a:pt x="72" y="512"/>
                    <a:pt x="72" y="512"/>
                  </a:cubicBezTo>
                  <a:cubicBezTo>
                    <a:pt x="81" y="510"/>
                    <a:pt x="91" y="511"/>
                    <a:pt x="99" y="515"/>
                  </a:cubicBezTo>
                  <a:cubicBezTo>
                    <a:pt x="106" y="518"/>
                    <a:pt x="112" y="523"/>
                    <a:pt x="115" y="528"/>
                  </a:cubicBezTo>
                  <a:cubicBezTo>
                    <a:pt x="195" y="342"/>
                    <a:pt x="195" y="342"/>
                    <a:pt x="195" y="342"/>
                  </a:cubicBezTo>
                  <a:cubicBezTo>
                    <a:pt x="196" y="339"/>
                    <a:pt x="200" y="337"/>
                    <a:pt x="203" y="339"/>
                  </a:cubicBezTo>
                  <a:cubicBezTo>
                    <a:pt x="206" y="340"/>
                    <a:pt x="207" y="344"/>
                    <a:pt x="206" y="347"/>
                  </a:cubicBezTo>
                  <a:cubicBezTo>
                    <a:pt x="124" y="540"/>
                    <a:pt x="124" y="540"/>
                    <a:pt x="124" y="540"/>
                  </a:cubicBezTo>
                  <a:cubicBezTo>
                    <a:pt x="128" y="539"/>
                    <a:pt x="132" y="538"/>
                    <a:pt x="136" y="538"/>
                  </a:cubicBezTo>
                  <a:close/>
                  <a:moveTo>
                    <a:pt x="290" y="134"/>
                  </a:moveTo>
                  <a:cubicBezTo>
                    <a:pt x="303" y="140"/>
                    <a:pt x="316" y="146"/>
                    <a:pt x="332" y="153"/>
                  </a:cubicBezTo>
                  <a:cubicBezTo>
                    <a:pt x="336" y="148"/>
                    <a:pt x="338" y="142"/>
                    <a:pt x="339" y="138"/>
                  </a:cubicBezTo>
                  <a:cubicBezTo>
                    <a:pt x="335" y="137"/>
                    <a:pt x="335" y="137"/>
                    <a:pt x="335" y="137"/>
                  </a:cubicBezTo>
                  <a:cubicBezTo>
                    <a:pt x="332" y="136"/>
                    <a:pt x="330" y="133"/>
                    <a:pt x="331" y="130"/>
                  </a:cubicBezTo>
                  <a:cubicBezTo>
                    <a:pt x="332" y="126"/>
                    <a:pt x="335" y="124"/>
                    <a:pt x="338" y="125"/>
                  </a:cubicBezTo>
                  <a:cubicBezTo>
                    <a:pt x="344" y="127"/>
                    <a:pt x="344" y="127"/>
                    <a:pt x="344" y="127"/>
                  </a:cubicBezTo>
                  <a:cubicBezTo>
                    <a:pt x="347" y="123"/>
                    <a:pt x="350" y="114"/>
                    <a:pt x="350" y="109"/>
                  </a:cubicBezTo>
                  <a:cubicBezTo>
                    <a:pt x="297" y="84"/>
                    <a:pt x="255" y="68"/>
                    <a:pt x="205" y="49"/>
                  </a:cubicBezTo>
                  <a:cubicBezTo>
                    <a:pt x="202" y="53"/>
                    <a:pt x="199" y="60"/>
                    <a:pt x="198" y="65"/>
                  </a:cubicBezTo>
                  <a:cubicBezTo>
                    <a:pt x="205" y="68"/>
                    <a:pt x="205" y="68"/>
                    <a:pt x="205" y="68"/>
                  </a:cubicBezTo>
                  <a:cubicBezTo>
                    <a:pt x="208" y="69"/>
                    <a:pt x="210" y="72"/>
                    <a:pt x="209" y="75"/>
                  </a:cubicBezTo>
                  <a:cubicBezTo>
                    <a:pt x="208" y="78"/>
                    <a:pt x="204" y="80"/>
                    <a:pt x="201" y="79"/>
                  </a:cubicBezTo>
                  <a:cubicBezTo>
                    <a:pt x="194" y="77"/>
                    <a:pt x="194" y="77"/>
                    <a:pt x="194" y="77"/>
                  </a:cubicBezTo>
                  <a:cubicBezTo>
                    <a:pt x="190" y="81"/>
                    <a:pt x="188" y="87"/>
                    <a:pt x="187" y="93"/>
                  </a:cubicBezTo>
                  <a:cubicBezTo>
                    <a:pt x="203" y="99"/>
                    <a:pt x="217" y="104"/>
                    <a:pt x="229" y="109"/>
                  </a:cubicBezTo>
                  <a:cubicBezTo>
                    <a:pt x="229" y="109"/>
                    <a:pt x="229" y="109"/>
                    <a:pt x="229" y="109"/>
                  </a:cubicBezTo>
                  <a:cubicBezTo>
                    <a:pt x="250" y="117"/>
                    <a:pt x="269" y="125"/>
                    <a:pt x="290" y="134"/>
                  </a:cubicBezTo>
                  <a:close/>
                  <a:moveTo>
                    <a:pt x="213" y="39"/>
                  </a:moveTo>
                  <a:cubicBezTo>
                    <a:pt x="260" y="57"/>
                    <a:pt x="301" y="73"/>
                    <a:pt x="352" y="96"/>
                  </a:cubicBezTo>
                  <a:cubicBezTo>
                    <a:pt x="361" y="70"/>
                    <a:pt x="361" y="70"/>
                    <a:pt x="361" y="70"/>
                  </a:cubicBezTo>
                  <a:cubicBezTo>
                    <a:pt x="361" y="69"/>
                    <a:pt x="361" y="68"/>
                    <a:pt x="360" y="68"/>
                  </a:cubicBezTo>
                  <a:cubicBezTo>
                    <a:pt x="225" y="13"/>
                    <a:pt x="225" y="13"/>
                    <a:pt x="225" y="13"/>
                  </a:cubicBezTo>
                  <a:cubicBezTo>
                    <a:pt x="224" y="12"/>
                    <a:pt x="223" y="12"/>
                    <a:pt x="223" y="13"/>
                  </a:cubicBezTo>
                  <a:cubicBezTo>
                    <a:pt x="223" y="13"/>
                    <a:pt x="222" y="13"/>
                    <a:pt x="222" y="14"/>
                  </a:cubicBezTo>
                  <a:lnTo>
                    <a:pt x="213" y="39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  <a:defRPr/>
              </a:pPr>
              <a:endParaRPr sz="1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</a:endParaRPr>
            </a:p>
          </p:txBody>
        </p:sp>
        <p:sp>
          <p:nvSpPr>
            <p:cNvPr id="289" name="Google Shape;289;p40"/>
            <p:cNvSpPr/>
            <p:nvPr/>
          </p:nvSpPr>
          <p:spPr bwMode="auto">
            <a:xfrm>
              <a:off x="3393" y="1698"/>
              <a:ext cx="487" cy="153"/>
            </a:xfrm>
            <a:custGeom>
              <a:avLst/>
              <a:gdLst/>
              <a:ahLst/>
              <a:cxnLst/>
              <a:rect l="l" t="t" r="r" b="b"/>
              <a:pathLst>
                <a:path w="487" h="153" fill="norm" stroke="1" extrusionOk="0">
                  <a:moveTo>
                    <a:pt x="6" y="153"/>
                  </a:moveTo>
                  <a:lnTo>
                    <a:pt x="0" y="128"/>
                  </a:lnTo>
                  <a:lnTo>
                    <a:pt x="480" y="0"/>
                  </a:lnTo>
                  <a:lnTo>
                    <a:pt x="487" y="25"/>
                  </a:lnTo>
                  <a:lnTo>
                    <a:pt x="6" y="153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  <a:defRPr/>
              </a:pPr>
              <a:endParaRPr sz="1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</a:endParaRPr>
            </a:p>
          </p:txBody>
        </p:sp>
        <p:sp>
          <p:nvSpPr>
            <p:cNvPr id="290" name="Google Shape;290;p40"/>
            <p:cNvSpPr/>
            <p:nvPr/>
          </p:nvSpPr>
          <p:spPr bwMode="auto">
            <a:xfrm>
              <a:off x="3374" y="1629"/>
              <a:ext cx="489" cy="152"/>
            </a:xfrm>
            <a:custGeom>
              <a:avLst/>
              <a:gdLst/>
              <a:ahLst/>
              <a:cxnLst/>
              <a:rect l="l" t="t" r="r" b="b"/>
              <a:pathLst>
                <a:path w="489" h="152" fill="norm" stroke="1" extrusionOk="0">
                  <a:moveTo>
                    <a:pt x="6" y="152"/>
                  </a:moveTo>
                  <a:lnTo>
                    <a:pt x="0" y="129"/>
                  </a:lnTo>
                  <a:lnTo>
                    <a:pt x="481" y="0"/>
                  </a:lnTo>
                  <a:lnTo>
                    <a:pt x="489" y="25"/>
                  </a:lnTo>
                  <a:lnTo>
                    <a:pt x="6" y="152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  <a:defRPr/>
              </a:pPr>
              <a:endParaRPr sz="1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</a:endParaRPr>
            </a:p>
          </p:txBody>
        </p:sp>
        <p:sp>
          <p:nvSpPr>
            <p:cNvPr id="291" name="Google Shape;291;p40"/>
            <p:cNvSpPr/>
            <p:nvPr/>
          </p:nvSpPr>
          <p:spPr bwMode="auto">
            <a:xfrm>
              <a:off x="3489" y="2051"/>
              <a:ext cx="486" cy="152"/>
            </a:xfrm>
            <a:custGeom>
              <a:avLst/>
              <a:gdLst/>
              <a:ahLst/>
              <a:cxnLst/>
              <a:rect l="l" t="t" r="r" b="b"/>
              <a:pathLst>
                <a:path w="486" h="152" fill="norm" stroke="1" extrusionOk="0">
                  <a:moveTo>
                    <a:pt x="6" y="152"/>
                  </a:moveTo>
                  <a:lnTo>
                    <a:pt x="0" y="129"/>
                  </a:lnTo>
                  <a:lnTo>
                    <a:pt x="480" y="0"/>
                  </a:lnTo>
                  <a:lnTo>
                    <a:pt x="486" y="25"/>
                  </a:lnTo>
                  <a:lnTo>
                    <a:pt x="6" y="152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  <a:defRPr/>
              </a:pPr>
              <a:endParaRPr sz="1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</a:endParaRPr>
            </a:p>
          </p:txBody>
        </p:sp>
        <p:sp>
          <p:nvSpPr>
            <p:cNvPr id="292" name="Google Shape;292;p40"/>
            <p:cNvSpPr/>
            <p:nvPr/>
          </p:nvSpPr>
          <p:spPr bwMode="auto">
            <a:xfrm>
              <a:off x="3470" y="1982"/>
              <a:ext cx="487" cy="152"/>
            </a:xfrm>
            <a:custGeom>
              <a:avLst/>
              <a:gdLst/>
              <a:ahLst/>
              <a:cxnLst/>
              <a:rect l="l" t="t" r="r" b="b"/>
              <a:pathLst>
                <a:path w="487" h="152" fill="norm" stroke="1" extrusionOk="0">
                  <a:moveTo>
                    <a:pt x="6" y="152"/>
                  </a:moveTo>
                  <a:lnTo>
                    <a:pt x="0" y="127"/>
                  </a:lnTo>
                  <a:lnTo>
                    <a:pt x="480" y="0"/>
                  </a:lnTo>
                  <a:lnTo>
                    <a:pt x="487" y="23"/>
                  </a:lnTo>
                  <a:lnTo>
                    <a:pt x="6" y="152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  <a:defRPr/>
              </a:pPr>
              <a:endParaRPr sz="1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</a:endParaRPr>
            </a:p>
          </p:txBody>
        </p:sp>
        <p:sp>
          <p:nvSpPr>
            <p:cNvPr id="293" name="Google Shape;293;p40"/>
            <p:cNvSpPr/>
            <p:nvPr/>
          </p:nvSpPr>
          <p:spPr bwMode="auto">
            <a:xfrm>
              <a:off x="3582" y="2404"/>
              <a:ext cx="487" cy="152"/>
            </a:xfrm>
            <a:custGeom>
              <a:avLst/>
              <a:gdLst/>
              <a:ahLst/>
              <a:cxnLst/>
              <a:rect l="l" t="t" r="r" b="b"/>
              <a:pathLst>
                <a:path w="487" h="152" fill="norm" stroke="1" extrusionOk="0">
                  <a:moveTo>
                    <a:pt x="6" y="152"/>
                  </a:moveTo>
                  <a:lnTo>
                    <a:pt x="0" y="127"/>
                  </a:lnTo>
                  <a:lnTo>
                    <a:pt x="481" y="0"/>
                  </a:lnTo>
                  <a:lnTo>
                    <a:pt x="487" y="23"/>
                  </a:lnTo>
                  <a:lnTo>
                    <a:pt x="6" y="152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  <a:defRPr/>
              </a:pPr>
              <a:endParaRPr sz="1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</a:endParaRPr>
            </a:p>
          </p:txBody>
        </p:sp>
        <p:sp>
          <p:nvSpPr>
            <p:cNvPr id="294" name="Google Shape;294;p40"/>
            <p:cNvSpPr/>
            <p:nvPr/>
          </p:nvSpPr>
          <p:spPr bwMode="auto">
            <a:xfrm>
              <a:off x="3563" y="2334"/>
              <a:ext cx="487" cy="153"/>
            </a:xfrm>
            <a:custGeom>
              <a:avLst/>
              <a:gdLst/>
              <a:ahLst/>
              <a:cxnLst/>
              <a:rect l="l" t="t" r="r" b="b"/>
              <a:pathLst>
                <a:path w="487" h="153" fill="norm" stroke="1" extrusionOk="0">
                  <a:moveTo>
                    <a:pt x="7" y="153"/>
                  </a:moveTo>
                  <a:lnTo>
                    <a:pt x="0" y="128"/>
                  </a:lnTo>
                  <a:lnTo>
                    <a:pt x="481" y="0"/>
                  </a:lnTo>
                  <a:lnTo>
                    <a:pt x="487" y="24"/>
                  </a:lnTo>
                  <a:lnTo>
                    <a:pt x="7" y="153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  <a:defRPr/>
              </a:pPr>
              <a:endParaRPr sz="1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</a:endParaRPr>
            </a:p>
          </p:txBody>
        </p:sp>
        <p:sp>
          <p:nvSpPr>
            <p:cNvPr id="295" name="Google Shape;295;p40"/>
            <p:cNvSpPr/>
            <p:nvPr/>
          </p:nvSpPr>
          <p:spPr bwMode="auto">
            <a:xfrm>
              <a:off x="2980" y="1573"/>
              <a:ext cx="320" cy="295"/>
            </a:xfrm>
            <a:custGeom>
              <a:avLst/>
              <a:gdLst/>
              <a:ahLst/>
              <a:cxnLst/>
              <a:rect l="l" t="t" r="r" b="b"/>
              <a:pathLst>
                <a:path w="154" h="142" fill="norm" stroke="1" extrusionOk="0">
                  <a:moveTo>
                    <a:pt x="87" y="142"/>
                  </a:moveTo>
                  <a:cubicBezTo>
                    <a:pt x="0" y="72"/>
                    <a:pt x="0" y="72"/>
                    <a:pt x="0" y="72"/>
                  </a:cubicBezTo>
                  <a:cubicBezTo>
                    <a:pt x="8" y="62"/>
                    <a:pt x="8" y="62"/>
                    <a:pt x="8" y="62"/>
                  </a:cubicBezTo>
                  <a:cubicBezTo>
                    <a:pt x="80" y="120"/>
                    <a:pt x="80" y="120"/>
                    <a:pt x="80" y="120"/>
                  </a:cubicBezTo>
                  <a:cubicBezTo>
                    <a:pt x="86" y="97"/>
                    <a:pt x="106" y="35"/>
                    <a:pt x="146" y="0"/>
                  </a:cubicBezTo>
                  <a:cubicBezTo>
                    <a:pt x="154" y="9"/>
                    <a:pt x="154" y="9"/>
                    <a:pt x="154" y="9"/>
                  </a:cubicBezTo>
                  <a:cubicBezTo>
                    <a:pt x="108" y="49"/>
                    <a:pt x="89" y="131"/>
                    <a:pt x="89" y="132"/>
                  </a:cubicBezTo>
                  <a:lnTo>
                    <a:pt x="87" y="142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  <a:defRPr/>
              </a:pPr>
              <a:endParaRPr sz="1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</a:endParaRPr>
            </a:p>
          </p:txBody>
        </p:sp>
        <p:sp>
          <p:nvSpPr>
            <p:cNvPr id="296" name="Google Shape;296;p40"/>
            <p:cNvSpPr/>
            <p:nvPr/>
          </p:nvSpPr>
          <p:spPr bwMode="auto">
            <a:xfrm>
              <a:off x="4930" y="1949"/>
              <a:ext cx="293" cy="29"/>
            </a:xfrm>
            <a:custGeom>
              <a:avLst/>
              <a:gdLst/>
              <a:ahLst/>
              <a:cxnLst/>
              <a:rect l="l" t="t" r="r" b="b"/>
              <a:pathLst>
                <a:path w="293" h="29" fill="norm" stroke="1" extrusionOk="0">
                  <a:moveTo>
                    <a:pt x="293" y="29"/>
                  </a:moveTo>
                  <a:lnTo>
                    <a:pt x="0" y="25"/>
                  </a:lnTo>
                  <a:lnTo>
                    <a:pt x="0" y="0"/>
                  </a:lnTo>
                  <a:lnTo>
                    <a:pt x="293" y="4"/>
                  </a:lnTo>
                  <a:lnTo>
                    <a:pt x="293" y="29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  <a:defRPr/>
              </a:pPr>
              <a:endParaRPr sz="1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</a:endParaRPr>
            </a:p>
          </p:txBody>
        </p:sp>
        <p:sp>
          <p:nvSpPr>
            <p:cNvPr id="297" name="Google Shape;297;p40"/>
            <p:cNvSpPr/>
            <p:nvPr/>
          </p:nvSpPr>
          <p:spPr bwMode="auto">
            <a:xfrm>
              <a:off x="4907" y="1698"/>
              <a:ext cx="270" cy="155"/>
            </a:xfrm>
            <a:custGeom>
              <a:avLst/>
              <a:gdLst/>
              <a:ahLst/>
              <a:cxnLst/>
              <a:rect l="l" t="t" r="r" b="b"/>
              <a:pathLst>
                <a:path w="270" h="155" fill="norm" stroke="1" extrusionOk="0">
                  <a:moveTo>
                    <a:pt x="10" y="155"/>
                  </a:moveTo>
                  <a:lnTo>
                    <a:pt x="0" y="135"/>
                  </a:lnTo>
                  <a:lnTo>
                    <a:pt x="258" y="0"/>
                  </a:lnTo>
                  <a:lnTo>
                    <a:pt x="270" y="20"/>
                  </a:lnTo>
                  <a:lnTo>
                    <a:pt x="10" y="155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  <a:defRPr/>
              </a:pPr>
              <a:endParaRPr sz="1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</a:endParaRPr>
            </a:p>
          </p:txBody>
        </p:sp>
        <p:sp>
          <p:nvSpPr>
            <p:cNvPr id="298" name="Google Shape;298;p40"/>
            <p:cNvSpPr/>
            <p:nvPr/>
          </p:nvSpPr>
          <p:spPr bwMode="auto">
            <a:xfrm>
              <a:off x="4805" y="1508"/>
              <a:ext cx="182" cy="256"/>
            </a:xfrm>
            <a:custGeom>
              <a:avLst/>
              <a:gdLst/>
              <a:ahLst/>
              <a:cxnLst/>
              <a:rect l="l" t="t" r="r" b="b"/>
              <a:pathLst>
                <a:path w="183" h="256" fill="norm" stroke="1" extrusionOk="0">
                  <a:moveTo>
                    <a:pt x="21" y="256"/>
                  </a:moveTo>
                  <a:lnTo>
                    <a:pt x="0" y="242"/>
                  </a:lnTo>
                  <a:lnTo>
                    <a:pt x="162" y="0"/>
                  </a:lnTo>
                  <a:lnTo>
                    <a:pt x="183" y="15"/>
                  </a:lnTo>
                  <a:lnTo>
                    <a:pt x="21" y="256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  <a:defRPr/>
              </a:pPr>
              <a:endParaRPr sz="1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</a:endParaRPr>
            </a:p>
          </p:txBody>
        </p:sp>
        <p:sp>
          <p:nvSpPr>
            <p:cNvPr id="299" name="Google Shape;299;p40"/>
            <p:cNvSpPr/>
            <p:nvPr/>
          </p:nvSpPr>
          <p:spPr bwMode="auto">
            <a:xfrm>
              <a:off x="2915" y="1120"/>
              <a:ext cx="852" cy="427"/>
            </a:xfrm>
            <a:custGeom>
              <a:avLst/>
              <a:gdLst/>
              <a:ahLst/>
              <a:cxnLst/>
              <a:rect l="l" t="t" r="r" b="b"/>
              <a:pathLst>
                <a:path w="410" h="206" fill="norm" stroke="1" extrusionOk="0">
                  <a:moveTo>
                    <a:pt x="115" y="101"/>
                  </a:moveTo>
                  <a:cubicBezTo>
                    <a:pt x="114" y="96"/>
                    <a:pt x="113" y="90"/>
                    <a:pt x="113" y="83"/>
                  </a:cubicBezTo>
                  <a:cubicBezTo>
                    <a:pt x="113" y="37"/>
                    <a:pt x="150" y="0"/>
                    <a:pt x="196" y="0"/>
                  </a:cubicBezTo>
                  <a:cubicBezTo>
                    <a:pt x="233" y="0"/>
                    <a:pt x="264" y="24"/>
                    <a:pt x="275" y="58"/>
                  </a:cubicBezTo>
                  <a:cubicBezTo>
                    <a:pt x="390" y="27"/>
                    <a:pt x="390" y="27"/>
                    <a:pt x="390" y="27"/>
                  </a:cubicBezTo>
                  <a:cubicBezTo>
                    <a:pt x="410" y="101"/>
                    <a:pt x="410" y="101"/>
                    <a:pt x="410" y="101"/>
                  </a:cubicBezTo>
                  <a:cubicBezTo>
                    <a:pt x="20" y="206"/>
                    <a:pt x="20" y="206"/>
                    <a:pt x="20" y="206"/>
                  </a:cubicBezTo>
                  <a:cubicBezTo>
                    <a:pt x="0" y="132"/>
                    <a:pt x="0" y="132"/>
                    <a:pt x="0" y="132"/>
                  </a:cubicBezTo>
                  <a:cubicBezTo>
                    <a:pt x="115" y="101"/>
                    <a:pt x="115" y="101"/>
                    <a:pt x="115" y="101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  <a:defRPr/>
              </a:pPr>
              <a:endParaRPr sz="1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</a:endParaRPr>
            </a:p>
          </p:txBody>
        </p:sp>
        <p:sp>
          <p:nvSpPr>
            <p:cNvPr id="300" name="Google Shape;300;p40"/>
            <p:cNvSpPr/>
            <p:nvPr/>
          </p:nvSpPr>
          <p:spPr bwMode="auto">
            <a:xfrm>
              <a:off x="2883" y="1095"/>
              <a:ext cx="886" cy="374"/>
            </a:xfrm>
            <a:custGeom>
              <a:avLst/>
              <a:gdLst/>
              <a:ahLst/>
              <a:cxnLst/>
              <a:rect l="l" t="t" r="r" b="b"/>
              <a:pathLst>
                <a:path w="426" h="180" fill="norm" stroke="1" extrusionOk="0">
                  <a:moveTo>
                    <a:pt x="211" y="0"/>
                  </a:moveTo>
                  <a:cubicBezTo>
                    <a:pt x="211" y="0"/>
                    <a:pt x="211" y="0"/>
                    <a:pt x="211" y="0"/>
                  </a:cubicBezTo>
                  <a:cubicBezTo>
                    <a:pt x="159" y="0"/>
                    <a:pt x="116" y="43"/>
                    <a:pt x="116" y="95"/>
                  </a:cubicBezTo>
                  <a:cubicBezTo>
                    <a:pt x="116" y="95"/>
                    <a:pt x="116" y="95"/>
                    <a:pt x="116" y="95"/>
                  </a:cubicBezTo>
                  <a:cubicBezTo>
                    <a:pt x="116" y="95"/>
                    <a:pt x="116" y="95"/>
                    <a:pt x="116" y="95"/>
                  </a:cubicBezTo>
                  <a:cubicBezTo>
                    <a:pt x="116" y="95"/>
                    <a:pt x="116" y="95"/>
                    <a:pt x="116" y="95"/>
                  </a:cubicBezTo>
                  <a:cubicBezTo>
                    <a:pt x="116" y="98"/>
                    <a:pt x="116" y="101"/>
                    <a:pt x="117" y="104"/>
                  </a:cubicBezTo>
                  <a:cubicBezTo>
                    <a:pt x="12" y="132"/>
                    <a:pt x="12" y="132"/>
                    <a:pt x="12" y="132"/>
                  </a:cubicBezTo>
                  <a:cubicBezTo>
                    <a:pt x="0" y="135"/>
                    <a:pt x="0" y="135"/>
                    <a:pt x="0" y="135"/>
                  </a:cubicBezTo>
                  <a:cubicBezTo>
                    <a:pt x="3" y="147"/>
                    <a:pt x="3" y="147"/>
                    <a:pt x="3" y="147"/>
                  </a:cubicBezTo>
                  <a:cubicBezTo>
                    <a:pt x="12" y="180"/>
                    <a:pt x="12" y="180"/>
                    <a:pt x="12" y="180"/>
                  </a:cubicBezTo>
                  <a:cubicBezTo>
                    <a:pt x="24" y="177"/>
                    <a:pt x="24" y="177"/>
                    <a:pt x="24" y="177"/>
                  </a:cubicBezTo>
                  <a:cubicBezTo>
                    <a:pt x="15" y="144"/>
                    <a:pt x="15" y="144"/>
                    <a:pt x="15" y="144"/>
                  </a:cubicBezTo>
                  <a:cubicBezTo>
                    <a:pt x="15" y="144"/>
                    <a:pt x="15" y="144"/>
                    <a:pt x="15" y="144"/>
                  </a:cubicBezTo>
                  <a:cubicBezTo>
                    <a:pt x="130" y="113"/>
                    <a:pt x="130" y="113"/>
                    <a:pt x="130" y="113"/>
                  </a:cubicBezTo>
                  <a:cubicBezTo>
                    <a:pt x="130" y="113"/>
                    <a:pt x="130" y="113"/>
                    <a:pt x="130" y="113"/>
                  </a:cubicBezTo>
                  <a:cubicBezTo>
                    <a:pt x="130" y="113"/>
                    <a:pt x="130" y="113"/>
                    <a:pt x="130" y="113"/>
                  </a:cubicBezTo>
                  <a:cubicBezTo>
                    <a:pt x="130" y="112"/>
                    <a:pt x="130" y="112"/>
                    <a:pt x="130" y="112"/>
                  </a:cubicBezTo>
                  <a:cubicBezTo>
                    <a:pt x="129" y="107"/>
                    <a:pt x="128" y="102"/>
                    <a:pt x="128" y="95"/>
                  </a:cubicBezTo>
                  <a:cubicBezTo>
                    <a:pt x="128" y="95"/>
                    <a:pt x="128" y="95"/>
                    <a:pt x="128" y="95"/>
                  </a:cubicBezTo>
                  <a:cubicBezTo>
                    <a:pt x="128" y="95"/>
                    <a:pt x="128" y="95"/>
                    <a:pt x="128" y="95"/>
                  </a:cubicBezTo>
                  <a:cubicBezTo>
                    <a:pt x="128" y="91"/>
                    <a:pt x="129" y="87"/>
                    <a:pt x="129" y="83"/>
                  </a:cubicBezTo>
                  <a:cubicBezTo>
                    <a:pt x="135" y="43"/>
                    <a:pt x="169" y="12"/>
                    <a:pt x="211" y="12"/>
                  </a:cubicBezTo>
                  <a:cubicBezTo>
                    <a:pt x="211" y="12"/>
                    <a:pt x="211" y="12"/>
                    <a:pt x="211" y="12"/>
                  </a:cubicBezTo>
                  <a:cubicBezTo>
                    <a:pt x="211" y="12"/>
                    <a:pt x="211" y="12"/>
                    <a:pt x="211" y="12"/>
                  </a:cubicBezTo>
                  <a:cubicBezTo>
                    <a:pt x="220" y="12"/>
                    <a:pt x="230" y="14"/>
                    <a:pt x="238" y="17"/>
                  </a:cubicBezTo>
                  <a:cubicBezTo>
                    <a:pt x="238" y="17"/>
                    <a:pt x="238" y="17"/>
                    <a:pt x="238" y="17"/>
                  </a:cubicBezTo>
                  <a:cubicBezTo>
                    <a:pt x="238" y="17"/>
                    <a:pt x="238" y="17"/>
                    <a:pt x="238" y="17"/>
                  </a:cubicBezTo>
                  <a:cubicBezTo>
                    <a:pt x="238" y="17"/>
                    <a:pt x="238" y="17"/>
                    <a:pt x="238" y="17"/>
                  </a:cubicBezTo>
                  <a:cubicBezTo>
                    <a:pt x="238" y="17"/>
                    <a:pt x="238" y="17"/>
                    <a:pt x="238" y="17"/>
                  </a:cubicBezTo>
                  <a:cubicBezTo>
                    <a:pt x="263" y="26"/>
                    <a:pt x="282" y="45"/>
                    <a:pt x="290" y="70"/>
                  </a:cubicBezTo>
                  <a:cubicBezTo>
                    <a:pt x="290" y="70"/>
                    <a:pt x="290" y="70"/>
                    <a:pt x="290" y="70"/>
                  </a:cubicBezTo>
                  <a:cubicBezTo>
                    <a:pt x="290" y="70"/>
                    <a:pt x="290" y="70"/>
                    <a:pt x="290" y="70"/>
                  </a:cubicBezTo>
                  <a:cubicBezTo>
                    <a:pt x="405" y="39"/>
                    <a:pt x="405" y="39"/>
                    <a:pt x="405" y="39"/>
                  </a:cubicBezTo>
                  <a:cubicBezTo>
                    <a:pt x="414" y="72"/>
                    <a:pt x="414" y="72"/>
                    <a:pt x="414" y="72"/>
                  </a:cubicBezTo>
                  <a:cubicBezTo>
                    <a:pt x="426" y="69"/>
                    <a:pt x="426" y="69"/>
                    <a:pt x="426" y="69"/>
                  </a:cubicBezTo>
                  <a:cubicBezTo>
                    <a:pt x="417" y="36"/>
                    <a:pt x="417" y="36"/>
                    <a:pt x="417" y="36"/>
                  </a:cubicBezTo>
                  <a:cubicBezTo>
                    <a:pt x="405" y="39"/>
                    <a:pt x="405" y="39"/>
                    <a:pt x="405" y="39"/>
                  </a:cubicBezTo>
                  <a:cubicBezTo>
                    <a:pt x="417" y="36"/>
                    <a:pt x="417" y="36"/>
                    <a:pt x="417" y="36"/>
                  </a:cubicBezTo>
                  <a:cubicBezTo>
                    <a:pt x="414" y="24"/>
                    <a:pt x="414" y="24"/>
                    <a:pt x="414" y="24"/>
                  </a:cubicBezTo>
                  <a:cubicBezTo>
                    <a:pt x="402" y="27"/>
                    <a:pt x="402" y="27"/>
                    <a:pt x="402" y="27"/>
                  </a:cubicBezTo>
                  <a:cubicBezTo>
                    <a:pt x="297" y="55"/>
                    <a:pt x="297" y="55"/>
                    <a:pt x="297" y="55"/>
                  </a:cubicBezTo>
                  <a:cubicBezTo>
                    <a:pt x="282" y="23"/>
                    <a:pt x="249" y="0"/>
                    <a:pt x="211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  <a:defRPr/>
              </a:pPr>
              <a:endParaRPr sz="1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</a:endParaRPr>
            </a:p>
          </p:txBody>
        </p:sp>
        <p:sp>
          <p:nvSpPr>
            <p:cNvPr id="301" name="Google Shape;301;p40"/>
            <p:cNvSpPr/>
            <p:nvPr/>
          </p:nvSpPr>
          <p:spPr bwMode="auto">
            <a:xfrm>
              <a:off x="2915" y="1263"/>
              <a:ext cx="883" cy="316"/>
            </a:xfrm>
            <a:custGeom>
              <a:avLst/>
              <a:gdLst/>
              <a:ahLst/>
              <a:cxnLst/>
              <a:rect l="l" t="t" r="r" b="b"/>
              <a:pathLst>
                <a:path w="883" h="316" fill="norm" stroke="1" extrusionOk="0">
                  <a:moveTo>
                    <a:pt x="852" y="67"/>
                  </a:moveTo>
                  <a:lnTo>
                    <a:pt x="41" y="285"/>
                  </a:lnTo>
                  <a:lnTo>
                    <a:pt x="41" y="285"/>
                  </a:lnTo>
                  <a:lnTo>
                    <a:pt x="47" y="310"/>
                  </a:lnTo>
                  <a:lnTo>
                    <a:pt x="41" y="285"/>
                  </a:lnTo>
                  <a:lnTo>
                    <a:pt x="16" y="291"/>
                  </a:lnTo>
                  <a:lnTo>
                    <a:pt x="41" y="285"/>
                  </a:lnTo>
                  <a:lnTo>
                    <a:pt x="27" y="235"/>
                  </a:lnTo>
                  <a:lnTo>
                    <a:pt x="25" y="225"/>
                  </a:lnTo>
                  <a:lnTo>
                    <a:pt x="0" y="231"/>
                  </a:lnTo>
                  <a:lnTo>
                    <a:pt x="16" y="291"/>
                  </a:lnTo>
                  <a:lnTo>
                    <a:pt x="23" y="316"/>
                  </a:lnTo>
                  <a:lnTo>
                    <a:pt x="47" y="310"/>
                  </a:lnTo>
                  <a:lnTo>
                    <a:pt x="859" y="92"/>
                  </a:lnTo>
                  <a:lnTo>
                    <a:pt x="852" y="67"/>
                  </a:lnTo>
                  <a:close/>
                  <a:moveTo>
                    <a:pt x="861" y="0"/>
                  </a:moveTo>
                  <a:lnTo>
                    <a:pt x="836" y="6"/>
                  </a:lnTo>
                  <a:lnTo>
                    <a:pt x="852" y="67"/>
                  </a:lnTo>
                  <a:lnTo>
                    <a:pt x="852" y="67"/>
                  </a:lnTo>
                  <a:lnTo>
                    <a:pt x="852" y="67"/>
                  </a:lnTo>
                  <a:lnTo>
                    <a:pt x="859" y="92"/>
                  </a:lnTo>
                  <a:lnTo>
                    <a:pt x="883" y="85"/>
                  </a:lnTo>
                  <a:lnTo>
                    <a:pt x="883" y="85"/>
                  </a:lnTo>
                  <a:lnTo>
                    <a:pt x="877" y="61"/>
                  </a:lnTo>
                  <a:lnTo>
                    <a:pt x="86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  <a:defRPr/>
              </a:pPr>
              <a:endParaRPr sz="1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</a:endParaRPr>
            </a:p>
          </p:txBody>
        </p:sp>
        <p:sp>
          <p:nvSpPr>
            <p:cNvPr id="302" name="Google Shape;302;p40"/>
            <p:cNvSpPr/>
            <p:nvPr/>
          </p:nvSpPr>
          <p:spPr bwMode="auto">
            <a:xfrm>
              <a:off x="2915" y="1263"/>
              <a:ext cx="883" cy="316"/>
            </a:xfrm>
            <a:custGeom>
              <a:avLst/>
              <a:gdLst/>
              <a:ahLst/>
              <a:cxnLst/>
              <a:rect l="l" t="t" r="r" b="b"/>
              <a:pathLst>
                <a:path w="883" h="316" fill="norm" stroke="1" extrusionOk="0">
                  <a:moveTo>
                    <a:pt x="852" y="67"/>
                  </a:moveTo>
                  <a:lnTo>
                    <a:pt x="41" y="285"/>
                  </a:lnTo>
                  <a:lnTo>
                    <a:pt x="41" y="285"/>
                  </a:lnTo>
                  <a:lnTo>
                    <a:pt x="47" y="310"/>
                  </a:lnTo>
                  <a:lnTo>
                    <a:pt x="41" y="285"/>
                  </a:lnTo>
                  <a:lnTo>
                    <a:pt x="16" y="291"/>
                  </a:lnTo>
                  <a:lnTo>
                    <a:pt x="41" y="285"/>
                  </a:lnTo>
                  <a:lnTo>
                    <a:pt x="27" y="235"/>
                  </a:lnTo>
                  <a:lnTo>
                    <a:pt x="25" y="225"/>
                  </a:lnTo>
                  <a:lnTo>
                    <a:pt x="0" y="231"/>
                  </a:lnTo>
                  <a:lnTo>
                    <a:pt x="16" y="291"/>
                  </a:lnTo>
                  <a:lnTo>
                    <a:pt x="23" y="316"/>
                  </a:lnTo>
                  <a:lnTo>
                    <a:pt x="47" y="310"/>
                  </a:lnTo>
                  <a:lnTo>
                    <a:pt x="859" y="92"/>
                  </a:lnTo>
                  <a:lnTo>
                    <a:pt x="852" y="67"/>
                  </a:lnTo>
                  <a:moveTo>
                    <a:pt x="861" y="0"/>
                  </a:moveTo>
                  <a:lnTo>
                    <a:pt x="836" y="6"/>
                  </a:lnTo>
                  <a:lnTo>
                    <a:pt x="852" y="67"/>
                  </a:lnTo>
                  <a:lnTo>
                    <a:pt x="852" y="67"/>
                  </a:lnTo>
                  <a:lnTo>
                    <a:pt x="852" y="67"/>
                  </a:lnTo>
                  <a:lnTo>
                    <a:pt x="859" y="92"/>
                  </a:lnTo>
                  <a:lnTo>
                    <a:pt x="883" y="85"/>
                  </a:lnTo>
                  <a:lnTo>
                    <a:pt x="883" y="85"/>
                  </a:lnTo>
                  <a:lnTo>
                    <a:pt x="877" y="61"/>
                  </a:lnTo>
                  <a:lnTo>
                    <a:pt x="861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  <a:defRPr/>
              </a:pPr>
              <a:endParaRPr sz="1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</a:endParaRPr>
            </a:p>
          </p:txBody>
        </p:sp>
        <p:sp>
          <p:nvSpPr>
            <p:cNvPr id="303" name="Google Shape;303;p40"/>
            <p:cNvSpPr/>
            <p:nvPr/>
          </p:nvSpPr>
          <p:spPr bwMode="auto">
            <a:xfrm>
              <a:off x="2908" y="1237"/>
              <a:ext cx="868" cy="256"/>
            </a:xfrm>
            <a:custGeom>
              <a:avLst/>
              <a:gdLst/>
              <a:ahLst/>
              <a:cxnLst/>
              <a:rect l="l" t="t" r="r" b="b"/>
              <a:pathLst>
                <a:path w="868" h="256" fill="norm" stroke="1" extrusionOk="0">
                  <a:moveTo>
                    <a:pt x="25" y="225"/>
                  </a:moveTo>
                  <a:lnTo>
                    <a:pt x="0" y="231"/>
                  </a:lnTo>
                  <a:lnTo>
                    <a:pt x="7" y="256"/>
                  </a:lnTo>
                  <a:lnTo>
                    <a:pt x="32" y="250"/>
                  </a:lnTo>
                  <a:lnTo>
                    <a:pt x="25" y="225"/>
                  </a:lnTo>
                  <a:close/>
                  <a:moveTo>
                    <a:pt x="861" y="0"/>
                  </a:moveTo>
                  <a:lnTo>
                    <a:pt x="836" y="7"/>
                  </a:lnTo>
                  <a:lnTo>
                    <a:pt x="843" y="31"/>
                  </a:lnTo>
                  <a:lnTo>
                    <a:pt x="868" y="25"/>
                  </a:lnTo>
                  <a:lnTo>
                    <a:pt x="861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  <a:defRPr/>
              </a:pPr>
              <a:endParaRPr sz="1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</a:endParaRPr>
            </a:p>
          </p:txBody>
        </p:sp>
        <p:sp>
          <p:nvSpPr>
            <p:cNvPr id="304" name="Google Shape;304;p40"/>
            <p:cNvSpPr/>
            <p:nvPr/>
          </p:nvSpPr>
          <p:spPr bwMode="auto">
            <a:xfrm>
              <a:off x="2908" y="1237"/>
              <a:ext cx="868" cy="256"/>
            </a:xfrm>
            <a:custGeom>
              <a:avLst/>
              <a:gdLst/>
              <a:ahLst/>
              <a:cxnLst/>
              <a:rect l="l" t="t" r="r" b="b"/>
              <a:pathLst>
                <a:path w="868" h="256" fill="norm" stroke="1" extrusionOk="0">
                  <a:moveTo>
                    <a:pt x="25" y="225"/>
                  </a:moveTo>
                  <a:lnTo>
                    <a:pt x="0" y="231"/>
                  </a:lnTo>
                  <a:lnTo>
                    <a:pt x="7" y="256"/>
                  </a:lnTo>
                  <a:lnTo>
                    <a:pt x="32" y="250"/>
                  </a:lnTo>
                  <a:lnTo>
                    <a:pt x="25" y="225"/>
                  </a:lnTo>
                  <a:moveTo>
                    <a:pt x="861" y="0"/>
                  </a:moveTo>
                  <a:lnTo>
                    <a:pt x="836" y="7"/>
                  </a:lnTo>
                  <a:lnTo>
                    <a:pt x="843" y="31"/>
                  </a:lnTo>
                  <a:lnTo>
                    <a:pt x="868" y="25"/>
                  </a:lnTo>
                  <a:lnTo>
                    <a:pt x="861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  <a:defRPr/>
              </a:pPr>
              <a:endParaRPr sz="1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</a:endParaRPr>
            </a:p>
          </p:txBody>
        </p:sp>
        <p:sp>
          <p:nvSpPr>
            <p:cNvPr id="305" name="Google Shape;305;p40"/>
            <p:cNvSpPr/>
            <p:nvPr/>
          </p:nvSpPr>
          <p:spPr bwMode="auto">
            <a:xfrm>
              <a:off x="2915" y="1120"/>
              <a:ext cx="852" cy="427"/>
            </a:xfrm>
            <a:custGeom>
              <a:avLst/>
              <a:gdLst/>
              <a:ahLst/>
              <a:cxnLst/>
              <a:rect l="l" t="t" r="r" b="b"/>
              <a:pathLst>
                <a:path w="410" h="206" fill="norm" stroke="1" extrusionOk="0">
                  <a:moveTo>
                    <a:pt x="20" y="206"/>
                  </a:moveTo>
                  <a:cubicBezTo>
                    <a:pt x="20" y="206"/>
                    <a:pt x="20" y="206"/>
                    <a:pt x="20" y="206"/>
                  </a:cubicBezTo>
                  <a:moveTo>
                    <a:pt x="13" y="182"/>
                  </a:moveTo>
                  <a:cubicBezTo>
                    <a:pt x="20" y="206"/>
                    <a:pt x="20" y="206"/>
                    <a:pt x="20" y="206"/>
                  </a:cubicBezTo>
                  <a:cubicBezTo>
                    <a:pt x="20" y="206"/>
                    <a:pt x="20" y="206"/>
                    <a:pt x="20" y="206"/>
                  </a:cubicBezTo>
                  <a:cubicBezTo>
                    <a:pt x="20" y="206"/>
                    <a:pt x="20" y="206"/>
                    <a:pt x="20" y="206"/>
                  </a:cubicBezTo>
                  <a:cubicBezTo>
                    <a:pt x="20" y="206"/>
                    <a:pt x="20" y="206"/>
                    <a:pt x="20" y="206"/>
                  </a:cubicBezTo>
                  <a:cubicBezTo>
                    <a:pt x="13" y="182"/>
                    <a:pt x="13" y="182"/>
                    <a:pt x="13" y="182"/>
                  </a:cubicBezTo>
                  <a:moveTo>
                    <a:pt x="115" y="101"/>
                  </a:moveTo>
                  <a:cubicBezTo>
                    <a:pt x="0" y="132"/>
                    <a:pt x="0" y="132"/>
                    <a:pt x="0" y="132"/>
                  </a:cubicBezTo>
                  <a:cubicBezTo>
                    <a:pt x="0" y="132"/>
                    <a:pt x="0" y="132"/>
                    <a:pt x="0" y="132"/>
                  </a:cubicBezTo>
                  <a:cubicBezTo>
                    <a:pt x="115" y="101"/>
                    <a:pt x="115" y="101"/>
                    <a:pt x="115" y="101"/>
                  </a:cubicBezTo>
                  <a:cubicBezTo>
                    <a:pt x="115" y="101"/>
                    <a:pt x="115" y="101"/>
                    <a:pt x="115" y="101"/>
                  </a:cubicBezTo>
                  <a:moveTo>
                    <a:pt x="113" y="83"/>
                  </a:moveTo>
                  <a:cubicBezTo>
                    <a:pt x="113" y="83"/>
                    <a:pt x="113" y="83"/>
                    <a:pt x="113" y="83"/>
                  </a:cubicBezTo>
                  <a:cubicBezTo>
                    <a:pt x="113" y="90"/>
                    <a:pt x="114" y="95"/>
                    <a:pt x="115" y="100"/>
                  </a:cubicBezTo>
                  <a:cubicBezTo>
                    <a:pt x="114" y="95"/>
                    <a:pt x="113" y="90"/>
                    <a:pt x="113" y="83"/>
                  </a:cubicBezTo>
                  <a:moveTo>
                    <a:pt x="390" y="27"/>
                  </a:moveTo>
                  <a:cubicBezTo>
                    <a:pt x="275" y="58"/>
                    <a:pt x="275" y="58"/>
                    <a:pt x="275" y="58"/>
                  </a:cubicBezTo>
                  <a:cubicBezTo>
                    <a:pt x="275" y="58"/>
                    <a:pt x="275" y="58"/>
                    <a:pt x="275" y="58"/>
                  </a:cubicBezTo>
                  <a:cubicBezTo>
                    <a:pt x="390" y="27"/>
                    <a:pt x="390" y="27"/>
                    <a:pt x="390" y="27"/>
                  </a:cubicBezTo>
                  <a:cubicBezTo>
                    <a:pt x="410" y="101"/>
                    <a:pt x="410" y="101"/>
                    <a:pt x="410" y="101"/>
                  </a:cubicBezTo>
                  <a:cubicBezTo>
                    <a:pt x="410" y="101"/>
                    <a:pt x="410" y="101"/>
                    <a:pt x="410" y="101"/>
                  </a:cubicBezTo>
                  <a:cubicBezTo>
                    <a:pt x="402" y="72"/>
                    <a:pt x="402" y="72"/>
                    <a:pt x="402" y="72"/>
                  </a:cubicBezTo>
                  <a:cubicBezTo>
                    <a:pt x="399" y="60"/>
                    <a:pt x="399" y="60"/>
                    <a:pt x="399" y="60"/>
                  </a:cubicBezTo>
                  <a:cubicBezTo>
                    <a:pt x="390" y="27"/>
                    <a:pt x="390" y="27"/>
                    <a:pt x="390" y="27"/>
                  </a:cubicBezTo>
                  <a:moveTo>
                    <a:pt x="223" y="5"/>
                  </a:moveTo>
                  <a:cubicBezTo>
                    <a:pt x="248" y="14"/>
                    <a:pt x="267" y="33"/>
                    <a:pt x="275" y="58"/>
                  </a:cubicBezTo>
                  <a:cubicBezTo>
                    <a:pt x="275" y="58"/>
                    <a:pt x="275" y="58"/>
                    <a:pt x="275" y="58"/>
                  </a:cubicBezTo>
                  <a:cubicBezTo>
                    <a:pt x="267" y="33"/>
                    <a:pt x="248" y="14"/>
                    <a:pt x="223" y="5"/>
                  </a:cubicBezTo>
                  <a:moveTo>
                    <a:pt x="223" y="5"/>
                  </a:moveTo>
                  <a:cubicBezTo>
                    <a:pt x="223" y="5"/>
                    <a:pt x="223" y="5"/>
                    <a:pt x="223" y="5"/>
                  </a:cubicBezTo>
                  <a:cubicBezTo>
                    <a:pt x="223" y="5"/>
                    <a:pt x="223" y="5"/>
                    <a:pt x="223" y="5"/>
                  </a:cubicBezTo>
                  <a:moveTo>
                    <a:pt x="223" y="5"/>
                  </a:moveTo>
                  <a:cubicBezTo>
                    <a:pt x="223" y="5"/>
                    <a:pt x="223" y="5"/>
                    <a:pt x="223" y="5"/>
                  </a:cubicBezTo>
                  <a:cubicBezTo>
                    <a:pt x="223" y="5"/>
                    <a:pt x="223" y="5"/>
                    <a:pt x="223" y="5"/>
                  </a:cubicBezTo>
                  <a:moveTo>
                    <a:pt x="196" y="0"/>
                  </a:moveTo>
                  <a:cubicBezTo>
                    <a:pt x="154" y="0"/>
                    <a:pt x="120" y="31"/>
                    <a:pt x="114" y="71"/>
                  </a:cubicBezTo>
                  <a:cubicBezTo>
                    <a:pt x="120" y="31"/>
                    <a:pt x="154" y="0"/>
                    <a:pt x="196" y="0"/>
                  </a:cubicBezTo>
                  <a:cubicBezTo>
                    <a:pt x="196" y="0"/>
                    <a:pt x="196" y="0"/>
                    <a:pt x="196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  <a:defRPr/>
              </a:pPr>
              <a:endParaRPr sz="1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</a:endParaRPr>
            </a:p>
          </p:txBody>
        </p:sp>
        <p:sp>
          <p:nvSpPr>
            <p:cNvPr id="306" name="Google Shape;306;p40"/>
            <p:cNvSpPr/>
            <p:nvPr/>
          </p:nvSpPr>
          <p:spPr bwMode="auto">
            <a:xfrm>
              <a:off x="3487" y="1240"/>
              <a:ext cx="0" cy="0"/>
            </a:xfrm>
            <a:custGeom>
              <a:avLst/>
              <a:gdLst/>
              <a:ahLst/>
              <a:cxnLst/>
              <a:rect l="l" t="t" r="r" b="b"/>
              <a:pathLst>
                <a:path w="120000" h="120000" fill="norm" stroke="1" extrusionOk="0">
                  <a:moveTo>
                    <a:pt x="0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  <a:defRPr/>
              </a:pPr>
              <a:endParaRPr sz="1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</a:endParaRPr>
            </a:p>
          </p:txBody>
        </p:sp>
        <p:sp>
          <p:nvSpPr>
            <p:cNvPr id="307" name="Google Shape;307;p40"/>
            <p:cNvSpPr/>
            <p:nvPr/>
          </p:nvSpPr>
          <p:spPr bwMode="auto">
            <a:xfrm>
              <a:off x="3150" y="1120"/>
              <a:ext cx="228" cy="210"/>
            </a:xfrm>
            <a:custGeom>
              <a:avLst/>
              <a:gdLst/>
              <a:ahLst/>
              <a:cxnLst/>
              <a:rect l="l" t="t" r="r" b="b"/>
              <a:pathLst>
                <a:path w="110" h="101" fill="norm" stroke="1" extrusionOk="0">
                  <a:moveTo>
                    <a:pt x="2" y="100"/>
                  </a:moveTo>
                  <a:cubicBezTo>
                    <a:pt x="2" y="100"/>
                    <a:pt x="2" y="100"/>
                    <a:pt x="2" y="101"/>
                  </a:cubicBezTo>
                  <a:cubicBezTo>
                    <a:pt x="2" y="101"/>
                    <a:pt x="2" y="101"/>
                    <a:pt x="2" y="101"/>
                  </a:cubicBezTo>
                  <a:cubicBezTo>
                    <a:pt x="2" y="100"/>
                    <a:pt x="2" y="100"/>
                    <a:pt x="2" y="100"/>
                  </a:cubicBezTo>
                  <a:moveTo>
                    <a:pt x="1" y="71"/>
                  </a:moveTo>
                  <a:cubicBezTo>
                    <a:pt x="1" y="75"/>
                    <a:pt x="0" y="79"/>
                    <a:pt x="0" y="83"/>
                  </a:cubicBezTo>
                  <a:cubicBezTo>
                    <a:pt x="0" y="83"/>
                    <a:pt x="0" y="83"/>
                    <a:pt x="0" y="83"/>
                  </a:cubicBezTo>
                  <a:cubicBezTo>
                    <a:pt x="0" y="79"/>
                    <a:pt x="1" y="75"/>
                    <a:pt x="1" y="71"/>
                  </a:cubicBezTo>
                  <a:moveTo>
                    <a:pt x="110" y="5"/>
                  </a:moveTo>
                  <a:cubicBezTo>
                    <a:pt x="110" y="5"/>
                    <a:pt x="110" y="5"/>
                    <a:pt x="110" y="5"/>
                  </a:cubicBezTo>
                  <a:cubicBezTo>
                    <a:pt x="110" y="5"/>
                    <a:pt x="110" y="5"/>
                    <a:pt x="110" y="5"/>
                  </a:cubicBezTo>
                  <a:moveTo>
                    <a:pt x="110" y="5"/>
                  </a:moveTo>
                  <a:cubicBezTo>
                    <a:pt x="110" y="5"/>
                    <a:pt x="110" y="5"/>
                    <a:pt x="110" y="5"/>
                  </a:cubicBezTo>
                  <a:cubicBezTo>
                    <a:pt x="110" y="5"/>
                    <a:pt x="110" y="5"/>
                    <a:pt x="110" y="5"/>
                  </a:cubicBezTo>
                  <a:moveTo>
                    <a:pt x="83" y="0"/>
                  </a:moveTo>
                  <a:cubicBezTo>
                    <a:pt x="83" y="0"/>
                    <a:pt x="83" y="0"/>
                    <a:pt x="83" y="0"/>
                  </a:cubicBezTo>
                  <a:cubicBezTo>
                    <a:pt x="92" y="0"/>
                    <a:pt x="102" y="2"/>
                    <a:pt x="110" y="5"/>
                  </a:cubicBezTo>
                  <a:cubicBezTo>
                    <a:pt x="102" y="2"/>
                    <a:pt x="92" y="0"/>
                    <a:pt x="83" y="0"/>
                  </a:cubicBezTo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  <a:defRPr/>
              </a:pPr>
              <a:endParaRPr sz="1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</a:endParaRPr>
            </a:p>
          </p:txBody>
        </p:sp>
        <p:sp>
          <p:nvSpPr>
            <p:cNvPr id="308" name="Google Shape;308;p40"/>
            <p:cNvSpPr/>
            <p:nvPr/>
          </p:nvSpPr>
          <p:spPr bwMode="auto">
            <a:xfrm>
              <a:off x="2956" y="1330"/>
              <a:ext cx="811" cy="218"/>
            </a:xfrm>
            <a:custGeom>
              <a:avLst/>
              <a:gdLst/>
              <a:ahLst/>
              <a:cxnLst/>
              <a:rect l="l" t="t" r="r" b="b"/>
              <a:pathLst>
                <a:path w="811" h="218" fill="norm" stroke="1" extrusionOk="0">
                  <a:moveTo>
                    <a:pt x="811" y="0"/>
                  </a:moveTo>
                  <a:lnTo>
                    <a:pt x="0" y="218"/>
                  </a:lnTo>
                  <a:lnTo>
                    <a:pt x="0" y="218"/>
                  </a:lnTo>
                  <a:lnTo>
                    <a:pt x="811" y="0"/>
                  </a:lnTo>
                  <a:lnTo>
                    <a:pt x="811" y="0"/>
                  </a:lnTo>
                  <a:lnTo>
                    <a:pt x="811" y="0"/>
                  </a:lnTo>
                  <a:lnTo>
                    <a:pt x="811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  <a:defRPr/>
              </a:pPr>
              <a:endParaRPr sz="1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</a:endParaRPr>
            </a:p>
          </p:txBody>
        </p:sp>
        <p:sp>
          <p:nvSpPr>
            <p:cNvPr id="309" name="Google Shape;309;p40"/>
            <p:cNvSpPr/>
            <p:nvPr/>
          </p:nvSpPr>
          <p:spPr bwMode="auto">
            <a:xfrm>
              <a:off x="2956" y="1330"/>
              <a:ext cx="811" cy="218"/>
            </a:xfrm>
            <a:custGeom>
              <a:avLst/>
              <a:gdLst/>
              <a:ahLst/>
              <a:cxnLst/>
              <a:rect l="l" t="t" r="r" b="b"/>
              <a:pathLst>
                <a:path w="811" h="218" fill="norm" stroke="1" extrusionOk="0">
                  <a:moveTo>
                    <a:pt x="811" y="0"/>
                  </a:moveTo>
                  <a:lnTo>
                    <a:pt x="0" y="218"/>
                  </a:lnTo>
                  <a:lnTo>
                    <a:pt x="0" y="218"/>
                  </a:lnTo>
                  <a:lnTo>
                    <a:pt x="811" y="0"/>
                  </a:lnTo>
                  <a:lnTo>
                    <a:pt x="811" y="0"/>
                  </a:lnTo>
                  <a:lnTo>
                    <a:pt x="811" y="0"/>
                  </a:lnTo>
                  <a:lnTo>
                    <a:pt x="811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  <a:defRPr/>
              </a:pPr>
              <a:endParaRPr sz="1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</a:endParaRPr>
            </a:p>
          </p:txBody>
        </p:sp>
        <p:sp>
          <p:nvSpPr>
            <p:cNvPr id="310" name="Google Shape;310;p40"/>
            <p:cNvSpPr/>
            <p:nvPr/>
          </p:nvSpPr>
          <p:spPr bwMode="auto">
            <a:xfrm>
              <a:off x="2915" y="1394"/>
              <a:ext cx="18" cy="69"/>
            </a:xfrm>
            <a:custGeom>
              <a:avLst/>
              <a:gdLst/>
              <a:ahLst/>
              <a:cxnLst/>
              <a:rect l="l" t="t" r="r" b="b"/>
              <a:pathLst>
                <a:path w="18" h="69" fill="norm" stroke="1" extrusionOk="0">
                  <a:moveTo>
                    <a:pt x="0" y="0"/>
                  </a:moveTo>
                  <a:lnTo>
                    <a:pt x="0" y="0"/>
                  </a:lnTo>
                  <a:lnTo>
                    <a:pt x="18" y="69"/>
                  </a:lnTo>
                  <a:lnTo>
                    <a:pt x="18" y="6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  <a:defRPr/>
              </a:pPr>
              <a:endParaRPr sz="1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</a:endParaRPr>
            </a:p>
          </p:txBody>
        </p:sp>
        <p:sp>
          <p:nvSpPr>
            <p:cNvPr id="311" name="Google Shape;311;p40"/>
            <p:cNvSpPr/>
            <p:nvPr/>
          </p:nvSpPr>
          <p:spPr bwMode="auto">
            <a:xfrm>
              <a:off x="2915" y="1394"/>
              <a:ext cx="18" cy="69"/>
            </a:xfrm>
            <a:custGeom>
              <a:avLst/>
              <a:gdLst/>
              <a:ahLst/>
              <a:cxnLst/>
              <a:rect l="l" t="t" r="r" b="b"/>
              <a:pathLst>
                <a:path w="18" h="69" fill="norm" stroke="1" extrusionOk="0">
                  <a:moveTo>
                    <a:pt x="0" y="0"/>
                  </a:moveTo>
                  <a:lnTo>
                    <a:pt x="0" y="0"/>
                  </a:lnTo>
                  <a:lnTo>
                    <a:pt x="18" y="69"/>
                  </a:lnTo>
                  <a:lnTo>
                    <a:pt x="18" y="69"/>
                  </a:lnTo>
                  <a:lnTo>
                    <a:pt x="0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  <a:defRPr/>
              </a:pPr>
              <a:endParaRPr sz="1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</a:endParaRPr>
            </a:p>
          </p:txBody>
        </p:sp>
        <p:sp>
          <p:nvSpPr>
            <p:cNvPr id="312" name="Google Shape;312;p40"/>
            <p:cNvSpPr/>
            <p:nvPr/>
          </p:nvSpPr>
          <p:spPr bwMode="auto">
            <a:xfrm>
              <a:off x="2940" y="1488"/>
              <a:ext cx="2" cy="10"/>
            </a:xfrm>
            <a:custGeom>
              <a:avLst/>
              <a:gdLst/>
              <a:ahLst/>
              <a:cxnLst/>
              <a:rect l="l" t="t" r="r" b="b"/>
              <a:pathLst>
                <a:path w="2" h="10" fill="norm" stroke="1" extrusionOk="0">
                  <a:moveTo>
                    <a:pt x="0" y="0"/>
                  </a:moveTo>
                  <a:lnTo>
                    <a:pt x="0" y="0"/>
                  </a:lnTo>
                  <a:lnTo>
                    <a:pt x="2" y="1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  <a:defRPr/>
              </a:pPr>
              <a:endParaRPr sz="1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</a:endParaRPr>
            </a:p>
          </p:txBody>
        </p:sp>
        <p:sp>
          <p:nvSpPr>
            <p:cNvPr id="313" name="Google Shape;313;p40"/>
            <p:cNvSpPr/>
            <p:nvPr/>
          </p:nvSpPr>
          <p:spPr bwMode="auto">
            <a:xfrm>
              <a:off x="2940" y="1488"/>
              <a:ext cx="2" cy="10"/>
            </a:xfrm>
            <a:custGeom>
              <a:avLst/>
              <a:gdLst/>
              <a:ahLst/>
              <a:cxnLst/>
              <a:rect l="l" t="t" r="r" b="b"/>
              <a:pathLst>
                <a:path w="2" h="10" fill="norm" stroke="1" extrusionOk="0">
                  <a:moveTo>
                    <a:pt x="0" y="0"/>
                  </a:moveTo>
                  <a:lnTo>
                    <a:pt x="0" y="0"/>
                  </a:lnTo>
                  <a:lnTo>
                    <a:pt x="2" y="10"/>
                  </a:lnTo>
                  <a:lnTo>
                    <a:pt x="0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  <a:defRPr/>
              </a:pPr>
              <a:endParaRPr sz="1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</a:endParaRPr>
            </a:p>
          </p:txBody>
        </p:sp>
        <p:sp>
          <p:nvSpPr>
            <p:cNvPr id="314" name="Google Shape;314;p40"/>
            <p:cNvSpPr/>
            <p:nvPr/>
          </p:nvSpPr>
          <p:spPr bwMode="auto">
            <a:xfrm>
              <a:off x="2933" y="1463"/>
              <a:ext cx="7" cy="25"/>
            </a:xfrm>
            <a:custGeom>
              <a:avLst/>
              <a:gdLst/>
              <a:ahLst/>
              <a:cxnLst/>
              <a:rect l="l" t="t" r="r" b="b"/>
              <a:pathLst>
                <a:path w="7" h="25" fill="norm" stroke="1" extrusionOk="0">
                  <a:moveTo>
                    <a:pt x="0" y="0"/>
                  </a:moveTo>
                  <a:lnTo>
                    <a:pt x="0" y="0"/>
                  </a:lnTo>
                  <a:lnTo>
                    <a:pt x="7" y="25"/>
                  </a:lnTo>
                  <a:lnTo>
                    <a:pt x="7" y="2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  <a:defRPr/>
              </a:pPr>
              <a:endParaRPr sz="1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</a:endParaRPr>
            </a:p>
          </p:txBody>
        </p:sp>
        <p:sp>
          <p:nvSpPr>
            <p:cNvPr id="315" name="Google Shape;315;p40"/>
            <p:cNvSpPr/>
            <p:nvPr/>
          </p:nvSpPr>
          <p:spPr bwMode="auto">
            <a:xfrm>
              <a:off x="2933" y="1463"/>
              <a:ext cx="7" cy="25"/>
            </a:xfrm>
            <a:custGeom>
              <a:avLst/>
              <a:gdLst/>
              <a:ahLst/>
              <a:cxnLst/>
              <a:rect l="l" t="t" r="r" b="b"/>
              <a:pathLst>
                <a:path w="7" h="25" fill="norm" stroke="1" extrusionOk="0">
                  <a:moveTo>
                    <a:pt x="0" y="0"/>
                  </a:moveTo>
                  <a:lnTo>
                    <a:pt x="0" y="0"/>
                  </a:lnTo>
                  <a:lnTo>
                    <a:pt x="7" y="25"/>
                  </a:lnTo>
                  <a:lnTo>
                    <a:pt x="7" y="25"/>
                  </a:lnTo>
                  <a:lnTo>
                    <a:pt x="0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  <a:defRPr/>
              </a:pPr>
              <a:endParaRPr sz="1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</a:endParaRPr>
            </a:p>
          </p:txBody>
        </p:sp>
        <p:sp>
          <p:nvSpPr>
            <p:cNvPr id="316" name="Google Shape;316;p40"/>
            <p:cNvSpPr/>
            <p:nvPr/>
          </p:nvSpPr>
          <p:spPr bwMode="auto">
            <a:xfrm>
              <a:off x="2915" y="1120"/>
              <a:ext cx="852" cy="427"/>
            </a:xfrm>
            <a:custGeom>
              <a:avLst/>
              <a:gdLst/>
              <a:ahLst/>
              <a:cxnLst/>
              <a:rect l="l" t="t" r="r" b="b"/>
              <a:pathLst>
                <a:path w="410" h="206" fill="norm" stroke="1" extrusionOk="0">
                  <a:moveTo>
                    <a:pt x="196" y="0"/>
                  </a:moveTo>
                  <a:cubicBezTo>
                    <a:pt x="154" y="0"/>
                    <a:pt x="120" y="31"/>
                    <a:pt x="114" y="71"/>
                  </a:cubicBezTo>
                  <a:cubicBezTo>
                    <a:pt x="114" y="75"/>
                    <a:pt x="113" y="79"/>
                    <a:pt x="113" y="83"/>
                  </a:cubicBezTo>
                  <a:cubicBezTo>
                    <a:pt x="113" y="90"/>
                    <a:pt x="114" y="95"/>
                    <a:pt x="115" y="100"/>
                  </a:cubicBezTo>
                  <a:cubicBezTo>
                    <a:pt x="115" y="100"/>
                    <a:pt x="115" y="100"/>
                    <a:pt x="115" y="101"/>
                  </a:cubicBezTo>
                  <a:cubicBezTo>
                    <a:pt x="127" y="98"/>
                    <a:pt x="127" y="98"/>
                    <a:pt x="127" y="98"/>
                  </a:cubicBezTo>
                  <a:cubicBezTo>
                    <a:pt x="115" y="101"/>
                    <a:pt x="115" y="101"/>
                    <a:pt x="115" y="101"/>
                  </a:cubicBezTo>
                  <a:cubicBezTo>
                    <a:pt x="118" y="112"/>
                    <a:pt x="118" y="112"/>
                    <a:pt x="118" y="112"/>
                  </a:cubicBezTo>
                  <a:cubicBezTo>
                    <a:pt x="129" y="109"/>
                    <a:pt x="129" y="109"/>
                    <a:pt x="129" y="109"/>
                  </a:cubicBezTo>
                  <a:cubicBezTo>
                    <a:pt x="127" y="98"/>
                    <a:pt x="127" y="98"/>
                    <a:pt x="127" y="98"/>
                  </a:cubicBezTo>
                  <a:cubicBezTo>
                    <a:pt x="126" y="94"/>
                    <a:pt x="125" y="89"/>
                    <a:pt x="125" y="83"/>
                  </a:cubicBezTo>
                  <a:cubicBezTo>
                    <a:pt x="125" y="44"/>
                    <a:pt x="157" y="12"/>
                    <a:pt x="196" y="12"/>
                  </a:cubicBezTo>
                  <a:cubicBezTo>
                    <a:pt x="196" y="12"/>
                    <a:pt x="196" y="12"/>
                    <a:pt x="196" y="12"/>
                  </a:cubicBezTo>
                  <a:cubicBezTo>
                    <a:pt x="227" y="12"/>
                    <a:pt x="254" y="33"/>
                    <a:pt x="263" y="61"/>
                  </a:cubicBezTo>
                  <a:cubicBezTo>
                    <a:pt x="263" y="61"/>
                    <a:pt x="263" y="61"/>
                    <a:pt x="263" y="61"/>
                  </a:cubicBezTo>
                  <a:cubicBezTo>
                    <a:pt x="267" y="72"/>
                    <a:pt x="267" y="72"/>
                    <a:pt x="267" y="72"/>
                  </a:cubicBezTo>
                  <a:cubicBezTo>
                    <a:pt x="278" y="69"/>
                    <a:pt x="278" y="69"/>
                    <a:pt x="278" y="69"/>
                  </a:cubicBezTo>
                  <a:cubicBezTo>
                    <a:pt x="382" y="42"/>
                    <a:pt x="382" y="42"/>
                    <a:pt x="382" y="42"/>
                  </a:cubicBezTo>
                  <a:cubicBezTo>
                    <a:pt x="395" y="93"/>
                    <a:pt x="395" y="93"/>
                    <a:pt x="395" y="93"/>
                  </a:cubicBezTo>
                  <a:cubicBezTo>
                    <a:pt x="28" y="191"/>
                    <a:pt x="28" y="191"/>
                    <a:pt x="28" y="191"/>
                  </a:cubicBezTo>
                  <a:cubicBezTo>
                    <a:pt x="14" y="140"/>
                    <a:pt x="14" y="140"/>
                    <a:pt x="14" y="140"/>
                  </a:cubicBezTo>
                  <a:cubicBezTo>
                    <a:pt x="118" y="112"/>
                    <a:pt x="118" y="112"/>
                    <a:pt x="118" y="112"/>
                  </a:cubicBezTo>
                  <a:cubicBezTo>
                    <a:pt x="115" y="101"/>
                    <a:pt x="115" y="101"/>
                    <a:pt x="115" y="101"/>
                  </a:cubicBezTo>
                  <a:cubicBezTo>
                    <a:pt x="0" y="132"/>
                    <a:pt x="0" y="132"/>
                    <a:pt x="0" y="132"/>
                  </a:cubicBezTo>
                  <a:cubicBezTo>
                    <a:pt x="9" y="165"/>
                    <a:pt x="9" y="165"/>
                    <a:pt x="9" y="165"/>
                  </a:cubicBezTo>
                  <a:cubicBezTo>
                    <a:pt x="12" y="177"/>
                    <a:pt x="12" y="177"/>
                    <a:pt x="12" y="177"/>
                  </a:cubicBezTo>
                  <a:cubicBezTo>
                    <a:pt x="13" y="182"/>
                    <a:pt x="13" y="182"/>
                    <a:pt x="13" y="182"/>
                  </a:cubicBezTo>
                  <a:cubicBezTo>
                    <a:pt x="20" y="206"/>
                    <a:pt x="20" y="206"/>
                    <a:pt x="20" y="206"/>
                  </a:cubicBezTo>
                  <a:cubicBezTo>
                    <a:pt x="410" y="101"/>
                    <a:pt x="410" y="101"/>
                    <a:pt x="410" y="101"/>
                  </a:cubicBezTo>
                  <a:cubicBezTo>
                    <a:pt x="390" y="27"/>
                    <a:pt x="390" y="27"/>
                    <a:pt x="390" y="27"/>
                  </a:cubicBezTo>
                  <a:cubicBezTo>
                    <a:pt x="275" y="58"/>
                    <a:pt x="275" y="58"/>
                    <a:pt x="275" y="58"/>
                  </a:cubicBezTo>
                  <a:cubicBezTo>
                    <a:pt x="278" y="69"/>
                    <a:pt x="278" y="69"/>
                    <a:pt x="278" y="69"/>
                  </a:cubicBezTo>
                  <a:cubicBezTo>
                    <a:pt x="275" y="58"/>
                    <a:pt x="275" y="58"/>
                    <a:pt x="275" y="58"/>
                  </a:cubicBezTo>
                  <a:cubicBezTo>
                    <a:pt x="275" y="58"/>
                    <a:pt x="275" y="58"/>
                    <a:pt x="275" y="58"/>
                  </a:cubicBezTo>
                  <a:cubicBezTo>
                    <a:pt x="275" y="58"/>
                    <a:pt x="275" y="58"/>
                    <a:pt x="275" y="58"/>
                  </a:cubicBezTo>
                  <a:cubicBezTo>
                    <a:pt x="263" y="61"/>
                    <a:pt x="263" y="61"/>
                    <a:pt x="263" y="61"/>
                  </a:cubicBezTo>
                  <a:cubicBezTo>
                    <a:pt x="275" y="58"/>
                    <a:pt x="275" y="58"/>
                    <a:pt x="275" y="58"/>
                  </a:cubicBezTo>
                  <a:cubicBezTo>
                    <a:pt x="267" y="33"/>
                    <a:pt x="248" y="14"/>
                    <a:pt x="223" y="5"/>
                  </a:cubicBezTo>
                  <a:cubicBezTo>
                    <a:pt x="223" y="5"/>
                    <a:pt x="223" y="5"/>
                    <a:pt x="223" y="5"/>
                  </a:cubicBezTo>
                  <a:cubicBezTo>
                    <a:pt x="223" y="5"/>
                    <a:pt x="223" y="5"/>
                    <a:pt x="223" y="5"/>
                  </a:cubicBezTo>
                  <a:cubicBezTo>
                    <a:pt x="223" y="5"/>
                    <a:pt x="223" y="5"/>
                    <a:pt x="223" y="5"/>
                  </a:cubicBezTo>
                  <a:cubicBezTo>
                    <a:pt x="223" y="5"/>
                    <a:pt x="223" y="5"/>
                    <a:pt x="223" y="5"/>
                  </a:cubicBezTo>
                  <a:cubicBezTo>
                    <a:pt x="215" y="2"/>
                    <a:pt x="205" y="0"/>
                    <a:pt x="196" y="0"/>
                  </a:cubicBezTo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  <a:defRPr/>
              </a:pPr>
              <a:endParaRPr sz="1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</a:endParaRPr>
            </a:p>
          </p:txBody>
        </p:sp>
        <p:sp>
          <p:nvSpPr>
            <p:cNvPr id="317" name="Google Shape;317;p40"/>
            <p:cNvSpPr/>
            <p:nvPr/>
          </p:nvSpPr>
          <p:spPr bwMode="auto">
            <a:xfrm>
              <a:off x="3245" y="1172"/>
              <a:ext cx="113" cy="110"/>
            </a:xfrm>
            <a:custGeom>
              <a:avLst/>
              <a:gdLst/>
              <a:ahLst/>
              <a:cxnLst/>
              <a:rect l="l" t="t" r="r" b="b"/>
              <a:pathLst>
                <a:path w="54" h="53" fill="norm" stroke="1" extrusionOk="0">
                  <a:moveTo>
                    <a:pt x="28" y="53"/>
                  </a:moveTo>
                  <a:cubicBezTo>
                    <a:pt x="17" y="53"/>
                    <a:pt x="7" y="46"/>
                    <a:pt x="4" y="34"/>
                  </a:cubicBezTo>
                  <a:cubicBezTo>
                    <a:pt x="0" y="21"/>
                    <a:pt x="8" y="7"/>
                    <a:pt x="22" y="4"/>
                  </a:cubicBezTo>
                  <a:cubicBezTo>
                    <a:pt x="22" y="4"/>
                    <a:pt x="22" y="4"/>
                    <a:pt x="22" y="4"/>
                  </a:cubicBezTo>
                  <a:cubicBezTo>
                    <a:pt x="35" y="0"/>
                    <a:pt x="49" y="8"/>
                    <a:pt x="53" y="21"/>
                  </a:cubicBezTo>
                  <a:cubicBezTo>
                    <a:pt x="54" y="28"/>
                    <a:pt x="53" y="35"/>
                    <a:pt x="50" y="41"/>
                  </a:cubicBezTo>
                  <a:cubicBezTo>
                    <a:pt x="47" y="46"/>
                    <a:pt x="41" y="51"/>
                    <a:pt x="35" y="52"/>
                  </a:cubicBezTo>
                  <a:cubicBezTo>
                    <a:pt x="32" y="53"/>
                    <a:pt x="30" y="53"/>
                    <a:pt x="28" y="53"/>
                  </a:cubicBezTo>
                  <a:close/>
                  <a:moveTo>
                    <a:pt x="25" y="15"/>
                  </a:moveTo>
                  <a:cubicBezTo>
                    <a:pt x="25" y="15"/>
                    <a:pt x="25" y="15"/>
                    <a:pt x="25" y="15"/>
                  </a:cubicBezTo>
                  <a:cubicBezTo>
                    <a:pt x="18" y="17"/>
                    <a:pt x="13" y="24"/>
                    <a:pt x="15" y="31"/>
                  </a:cubicBezTo>
                  <a:cubicBezTo>
                    <a:pt x="17" y="38"/>
                    <a:pt x="24" y="43"/>
                    <a:pt x="32" y="41"/>
                  </a:cubicBezTo>
                  <a:cubicBezTo>
                    <a:pt x="35" y="40"/>
                    <a:pt x="38" y="38"/>
                    <a:pt x="40" y="35"/>
                  </a:cubicBezTo>
                  <a:cubicBezTo>
                    <a:pt x="41" y="31"/>
                    <a:pt x="42" y="28"/>
                    <a:pt x="41" y="24"/>
                  </a:cubicBezTo>
                  <a:cubicBezTo>
                    <a:pt x="39" y="17"/>
                    <a:pt x="32" y="13"/>
                    <a:pt x="25" y="15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  <a:defRPr/>
              </a:pPr>
              <a:endParaRPr sz="1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</a:endParaRPr>
            </a:p>
          </p:txBody>
        </p:sp>
      </p:grpSp>
      <p:sp>
        <p:nvSpPr>
          <p:cNvPr id="318" name="Google Shape;318;p40"/>
          <p:cNvSpPr/>
          <p:nvPr/>
        </p:nvSpPr>
        <p:spPr bwMode="auto">
          <a:xfrm>
            <a:off x="386425" y="880919"/>
            <a:ext cx="8072700" cy="3931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indent="0" algn="l">
              <a:lnSpc>
                <a:spcPct val="114284"/>
              </a:lnSpc>
              <a:spcBef>
                <a:spcPts val="0"/>
              </a:spcBef>
              <a:spcAft>
                <a:spcPts val="300"/>
              </a:spcAft>
              <a:buClr>
                <a:srgbClr val="000000"/>
              </a:buClr>
              <a:buSzPts val="1300"/>
              <a:buFont typeface="Arial"/>
              <a:buNone/>
              <a:defRPr/>
            </a:pPr>
            <a:r>
              <a:rPr sz="1200" b="0">
                <a:solidFill>
                  <a:srgbClr val="22262E"/>
                </a:solidFill>
                <a:latin typeface="Proxima Nova"/>
              </a:rPr>
              <a:t>•  Полный цикл пройден: данные из трёх корпусов → модель → микросервис → работающий контейнер.</a:t>
            </a:r>
            <a:endParaRPr sz="1700" i="1">
              <a:latin typeface="Proxima Nova"/>
              <a:ea typeface="Proxima Nova"/>
              <a:cs typeface="Proxima Nova"/>
            </a:endParaRP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22262E"/>
                </a:solidFill>
                <a:latin typeface="Proxima Nova"/>
              </a:rPr>
              <a:t>•  Качество: F1 = 0.977 на кросс-валидации, precision = 0.989 и 10 ложных срабатываний из 590 на тестовом наборе.</a:t>
            </a:r>
          </a:p>
          <a:p>
            <a:pPr algn="l">
              <a:spcAft>
                <a:spcPts val="300"/>
              </a:spcAft>
            </a:pPr>
            <a:r>
              <a:rPr sz="1200" b="1">
                <a:solidFill>
                  <a:srgbClr val="0E8A74"/>
                </a:solidFill>
                <a:latin typeface="Proxima Nova"/>
              </a:rPr>
              <a:t>•  Главный вывод: в антиспаме precision важнее accuracy — одно потерянное нормальное письмо дороже десятка пропущенных спамов.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22262E"/>
                </a:solidFill>
                <a:latin typeface="Proxima Nova"/>
              </a:rPr>
              <a:t>•  Главный риск: транзакционные письма (сброс пароля, квитанции) лексически похожи на фишинг; без примеров такого типа ложные срабатывания достигают 70 % нормальных писем.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22262E"/>
                </a:solidFill>
                <a:latin typeface="Proxima Nova"/>
              </a:rPr>
              <a:t>•  Тестовый набор на 78 % состоит из копий обучающих писем — поэтому приведена честная оценка на невиданных письмах (F1 = 0.802).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22262E"/>
                </a:solidFill>
                <a:latin typeface="Proxima Nova"/>
              </a:rPr>
              <a:t>•  Что дальше: добавить русскоязычный корпус, расширить выборку транзакционных писем, попробовать дистилляцию трансформера для сравнения стоимости и качества.</a:t>
            </a:r>
          </a:p>
        </p:txBody>
      </p:sp>
      <p:sp>
        <p:nvSpPr>
          <p:cNvPr id="319" name="Google Shape;319;p40"/>
          <p:cNvSpPr/>
          <p:nvPr/>
        </p:nvSpPr>
        <p:spPr bwMode="auto">
          <a:xfrm>
            <a:off x="342955" y="257292"/>
            <a:ext cx="8523000" cy="40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>
              <a:lnSpc>
                <a:spcPct val="90000"/>
              </a:lnSpc>
              <a:spcBef>
                <a:spcPts val="0"/>
              </a:spcBef>
              <a:spcAft>
                <a:spcPts val="1900"/>
              </a:spcAft>
              <a:buClr>
                <a:srgbClr val="000000"/>
              </a:buClr>
              <a:buSzPts val="2800"/>
              <a:buFont typeface="Arial"/>
              <a:buNone/>
              <a:defRPr/>
            </a:pPr>
            <a:r>
              <a:rPr lang="en-US" sz="2800" b="1">
                <a:latin typeface="Proxima Nova"/>
                <a:ea typeface="Proxima Nova"/>
                <a:cs typeface="Proxima Nova"/>
              </a:rPr>
              <a:t>Выводы</a:t>
            </a:r>
            <a:endParaRPr/>
          </a:p>
        </p:txBody>
      </p:sp>
      <p:sp>
        <p:nvSpPr>
          <p:cNvPr id="320" name="Google Shape;320;p40"/>
          <p:cNvSpPr/>
          <p:nvPr/>
        </p:nvSpPr>
        <p:spPr bwMode="auto">
          <a:xfrm>
            <a:off x="6561193" y="2554474"/>
            <a:ext cx="2232300" cy="2232300"/>
          </a:xfrm>
          <a:prstGeom prst="ellipse">
            <a:avLst/>
          </a:prstGeom>
          <a:noFill/>
          <a:ln w="19050" cap="flat" cmpd="sng">
            <a:solidFill>
              <a:srgbClr val="C4C4C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45725" tIns="45725" rIns="45725" bIns="45725" anchor="ctr" anchorCtr="0">
            <a:noAutofit/>
          </a:bodyPr>
          <a:lstStyle/>
          <a:p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26" name="Google Shape;326;p41"/>
          <p:cNvSpPr/>
          <p:nvPr/>
        </p:nvSpPr>
        <p:spPr bwMode="auto">
          <a:xfrm>
            <a:off x="386425" y="926950"/>
            <a:ext cx="8103600" cy="3931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None/>
              <a:defRPr/>
            </a:pPr>
            <a:r>
              <a:rPr sz="1200" b="1">
                <a:solidFill>
                  <a:srgbClr val="2E5BFF"/>
                </a:solidFill>
                <a:latin typeface="Proxima Nova"/>
              </a:rPr>
              <a:t>Почему не трансформеры?</a:t>
            </a:r>
            <a:endParaRPr sz="1700" i="1">
              <a:solidFill>
                <a:schemeClr val="dk1"/>
              </a:solidFill>
              <a:latin typeface="Proxima Nova"/>
              <a:ea typeface="Proxima Nova"/>
              <a:cs typeface="Proxima Nova"/>
            </a:endParaRPr>
          </a:p>
          <a:p>
            <a:pPr algn="l">
              <a:spcAft>
                <a:spcPts val="300"/>
              </a:spcAft>
            </a:pPr>
            <a:r>
              <a:rPr sz="1000" b="0">
                <a:solidFill>
                  <a:srgbClr val="22262E"/>
                </a:solidFill>
                <a:latin typeface="Proxima Nova"/>
              </a:rPr>
              <a:t>На корпусах в 9 тыс. писем TF-IDF + стекинг даёт качество, близкое к BERT, при инференсе в единицы миллисекунд на CPU и без GPU. Трансформер выиграл бы 0.5–1 п.п. F1, но потребовал бы в 20–50 раз больше вычислений.</a:t>
            </a:r>
          </a:p>
          <a:p>
            <a:pPr algn="l">
              <a:spcAft>
                <a:spcPts val="300"/>
              </a:spcAft>
            </a:pPr>
            <a:r>
              <a:rPr sz="200" b="0">
                <a:solidFill>
                  <a:srgbClr val="22262E"/>
                </a:solidFill>
                <a:latin typeface="Proxima Nova"/>
              </a:rPr>
              <a:t/>
            </a:r>
          </a:p>
          <a:p>
            <a:pPr algn="l">
              <a:spcAft>
                <a:spcPts val="300"/>
              </a:spcAft>
            </a:pPr>
            <a:r>
              <a:rPr sz="1200" b="1">
                <a:solidFill>
                  <a:srgbClr val="2E5BFF"/>
                </a:solidFill>
                <a:latin typeface="Proxima Nova"/>
              </a:rPr>
              <a:t>Почему тест F1 ниже кросс-валидации?</a:t>
            </a:r>
          </a:p>
          <a:p>
            <a:pPr algn="l">
              <a:spcAft>
                <a:spcPts val="300"/>
              </a:spcAft>
            </a:pPr>
            <a:r>
              <a:rPr sz="1000" b="0">
                <a:solidFill>
                  <a:srgbClr val="22262E"/>
                </a:solidFill>
                <a:latin typeface="Proxima Nova"/>
              </a:rPr>
              <a:t>Тест содержит письма из других источников (в том числе русские транзакционные), которых нет в обучающих корпусах: распределение сдвинуто, поэтому оценка ниже. Это нормальная ситуация при переносе модели на новый домен.</a:t>
            </a:r>
          </a:p>
          <a:p>
            <a:pPr algn="l">
              <a:spcAft>
                <a:spcPts val="300"/>
              </a:spcAft>
            </a:pPr>
            <a:r>
              <a:rPr sz="200" b="0">
                <a:solidFill>
                  <a:srgbClr val="22262E"/>
                </a:solidFill>
                <a:latin typeface="Proxima Nova"/>
              </a:rPr>
              <a:t/>
            </a:r>
          </a:p>
          <a:p>
            <a:pPr algn="l">
              <a:spcAft>
                <a:spcPts val="300"/>
              </a:spcAft>
            </a:pPr>
            <a:r>
              <a:rPr sz="1200" b="1">
                <a:solidFill>
                  <a:srgbClr val="2E5BFF"/>
                </a:solidFill>
                <a:latin typeface="Proxima Nova"/>
              </a:rPr>
              <a:t>Как боролись с ложными срабатываниями?</a:t>
            </a:r>
          </a:p>
          <a:p>
            <a:pPr algn="l">
              <a:spcAft>
                <a:spcPts val="300"/>
              </a:spcAft>
            </a:pPr>
            <a:r>
              <a:rPr sz="1000" b="0">
                <a:solidFill>
                  <a:srgbClr val="22262E"/>
                </a:solidFill>
                <a:latin typeface="Proxima Nova"/>
              </a:rPr>
              <a:t>Разобрали все 17 ошибок: транзакционные письма. Добавили 25 примеров такого типа и признак доли кириллицы, повысили порог до 0.80 — FP на тесте снизились с 17 до 10 при precision 0.989.</a:t>
            </a:r>
          </a:p>
          <a:p>
            <a:pPr algn="l">
              <a:spcAft>
                <a:spcPts val="300"/>
              </a:spcAft>
            </a:pPr>
            <a:r>
              <a:rPr sz="200" b="0">
                <a:solidFill>
                  <a:srgbClr val="22262E"/>
                </a:solidFill>
                <a:latin typeface="Proxima Nova"/>
              </a:rPr>
              <a:t/>
            </a:r>
          </a:p>
          <a:p>
            <a:pPr algn="l">
              <a:spcAft>
                <a:spcPts val="300"/>
              </a:spcAft>
            </a:pPr>
            <a:r>
              <a:rPr sz="1200" b="1">
                <a:solidFill>
                  <a:srgbClr val="2E5BFF"/>
                </a:solidFill>
                <a:latin typeface="Proxima Nova"/>
              </a:rPr>
              <a:t>Как масштабировать на почтовый шлюз?</a:t>
            </a:r>
          </a:p>
          <a:p>
            <a:pPr algn="l">
              <a:spcAft>
                <a:spcPts val="300"/>
              </a:spcAft>
            </a:pPr>
            <a:r>
              <a:rPr sz="1000" b="0">
                <a:solidFill>
                  <a:srgbClr val="22262E"/>
                </a:solidFill>
                <a:latin typeface="Proxima Nova"/>
              </a:rPr>
              <a:t>Пакетная обработка по 256 писем, кэш вердиктов по хешу письма, вынос модели в отдельный сервис с горизонтальным масштабированием, мониторинг доли спама и ложных срабатываний по обратной связи пользователей.</a:t>
            </a:r>
          </a:p>
        </p:txBody>
      </p:sp>
      <p:sp>
        <p:nvSpPr>
          <p:cNvPr id="327" name="Google Shape;327;p41"/>
          <p:cNvSpPr/>
          <p:nvPr/>
        </p:nvSpPr>
        <p:spPr bwMode="auto">
          <a:xfrm>
            <a:off x="342955" y="257292"/>
            <a:ext cx="8523000" cy="40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>
              <a:lnSpc>
                <a:spcPct val="90000"/>
              </a:lnSpc>
              <a:spcBef>
                <a:spcPts val="0"/>
              </a:spcBef>
              <a:spcAft>
                <a:spcPts val="1900"/>
              </a:spcAft>
              <a:buClr>
                <a:srgbClr val="000000"/>
              </a:buClr>
              <a:buSzPts val="2800"/>
              <a:buFont typeface="Arial"/>
              <a:buNone/>
              <a:defRPr/>
            </a:pPr>
            <a:r>
              <a:rPr lang="en-US" sz="2800" b="1">
                <a:latin typeface="Proxima Nova"/>
                <a:ea typeface="Proxima Nova"/>
                <a:cs typeface="Proxima Nova"/>
              </a:rPr>
              <a:t>Дополнительные в</a:t>
            </a:r>
            <a:r>
              <a:rPr lang="en-US" sz="2800" b="1">
                <a:latin typeface="Proxima Nova"/>
                <a:ea typeface="Proxima Nova"/>
                <a:cs typeface="Proxima Nova"/>
              </a:rPr>
              <a:t>опросы</a:t>
            </a:r>
            <a:endParaRPr/>
          </a:p>
        </p:txBody>
      </p:sp>
      <p:grpSp>
        <p:nvGrpSpPr>
          <p:cNvPr id="328" name="Google Shape;328;p41"/>
          <p:cNvGrpSpPr/>
          <p:nvPr/>
        </p:nvGrpSpPr>
        <p:grpSpPr bwMode="auto">
          <a:xfrm>
            <a:off x="7333658" y="3490689"/>
            <a:ext cx="1321984" cy="1356165"/>
            <a:chOff x="5290686" y="3058513"/>
            <a:chExt cx="1321984" cy="1356165"/>
          </a:xfrm>
        </p:grpSpPr>
        <p:sp>
          <p:nvSpPr>
            <p:cNvPr id="329" name="Google Shape;329;p41"/>
            <p:cNvSpPr/>
            <p:nvPr/>
          </p:nvSpPr>
          <p:spPr bwMode="auto">
            <a:xfrm>
              <a:off x="5437874" y="4262040"/>
              <a:ext cx="152074" cy="152638"/>
            </a:xfrm>
            <a:custGeom>
              <a:avLst/>
              <a:gdLst/>
              <a:ahLst/>
              <a:cxnLst/>
              <a:rect l="l" t="t" r="r" b="b"/>
              <a:pathLst>
                <a:path w="135" h="136" fill="norm" stroke="1" extrusionOk="0">
                  <a:moveTo>
                    <a:pt x="50" y="0"/>
                  </a:moveTo>
                  <a:cubicBezTo>
                    <a:pt x="79" y="42"/>
                    <a:pt x="79" y="42"/>
                    <a:pt x="79" y="42"/>
                  </a:cubicBezTo>
                  <a:cubicBezTo>
                    <a:pt x="80" y="44"/>
                    <a:pt x="82" y="45"/>
                    <a:pt x="85" y="46"/>
                  </a:cubicBezTo>
                  <a:cubicBezTo>
                    <a:pt x="135" y="51"/>
                    <a:pt x="135" y="51"/>
                    <a:pt x="135" y="51"/>
                  </a:cubicBezTo>
                  <a:cubicBezTo>
                    <a:pt x="93" y="80"/>
                    <a:pt x="93" y="80"/>
                    <a:pt x="93" y="80"/>
                  </a:cubicBezTo>
                  <a:cubicBezTo>
                    <a:pt x="92" y="81"/>
                    <a:pt x="90" y="83"/>
                    <a:pt x="90" y="85"/>
                  </a:cubicBezTo>
                  <a:cubicBezTo>
                    <a:pt x="85" y="136"/>
                    <a:pt x="85" y="136"/>
                    <a:pt x="85" y="136"/>
                  </a:cubicBezTo>
                  <a:cubicBezTo>
                    <a:pt x="56" y="94"/>
                    <a:pt x="56" y="94"/>
                    <a:pt x="56" y="94"/>
                  </a:cubicBezTo>
                  <a:cubicBezTo>
                    <a:pt x="55" y="92"/>
                    <a:pt x="52" y="91"/>
                    <a:pt x="50" y="91"/>
                  </a:cubicBezTo>
                  <a:cubicBezTo>
                    <a:pt x="0" y="85"/>
                    <a:pt x="0" y="85"/>
                    <a:pt x="0" y="85"/>
                  </a:cubicBezTo>
                  <a:cubicBezTo>
                    <a:pt x="41" y="57"/>
                    <a:pt x="41" y="57"/>
                    <a:pt x="41" y="57"/>
                  </a:cubicBezTo>
                  <a:cubicBezTo>
                    <a:pt x="43" y="55"/>
                    <a:pt x="45" y="53"/>
                    <a:pt x="45" y="51"/>
                  </a:cubicBezTo>
                  <a:lnTo>
                    <a:pt x="50" y="0"/>
                  </a:lnTo>
                  <a:close/>
                </a:path>
              </a:pathLst>
            </a:custGeom>
            <a:solidFill>
              <a:srgbClr val="F3F4F7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  <a:defRPr/>
              </a:pPr>
              <a:endParaRPr sz="1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</a:endParaRPr>
            </a:p>
          </p:txBody>
        </p:sp>
        <p:sp>
          <p:nvSpPr>
            <p:cNvPr id="330" name="Google Shape;330;p41"/>
            <p:cNvSpPr/>
            <p:nvPr/>
          </p:nvSpPr>
          <p:spPr bwMode="auto">
            <a:xfrm>
              <a:off x="5335247" y="3168480"/>
              <a:ext cx="1136390" cy="1136390"/>
            </a:xfrm>
            <a:custGeom>
              <a:avLst/>
              <a:gdLst/>
              <a:ahLst/>
              <a:cxnLst/>
              <a:rect l="l" t="t" r="r" b="b"/>
              <a:pathLst>
                <a:path w="1136390" h="1136390" fill="norm" stroke="1" extrusionOk="0">
                  <a:moveTo>
                    <a:pt x="1136391" y="568195"/>
                  </a:moveTo>
                  <a:cubicBezTo>
                    <a:pt x="1136391" y="882001"/>
                    <a:pt x="882001" y="1136390"/>
                    <a:pt x="568195" y="1136390"/>
                  </a:cubicBezTo>
                  <a:cubicBezTo>
                    <a:pt x="254390" y="1136390"/>
                    <a:pt x="0" y="882001"/>
                    <a:pt x="0" y="568195"/>
                  </a:cubicBezTo>
                  <a:cubicBezTo>
                    <a:pt x="0" y="254390"/>
                    <a:pt x="254390" y="0"/>
                    <a:pt x="568195" y="0"/>
                  </a:cubicBezTo>
                  <a:cubicBezTo>
                    <a:pt x="882001" y="0"/>
                    <a:pt x="1136391" y="254390"/>
                    <a:pt x="1136391" y="568195"/>
                  </a:cubicBezTo>
                  <a:close/>
                </a:path>
              </a:pathLst>
            </a:custGeom>
            <a:solidFill>
              <a:srgbClr val="F3F4F7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</a:endParaRPr>
            </a:p>
          </p:txBody>
        </p:sp>
        <p:sp>
          <p:nvSpPr>
            <p:cNvPr id="331" name="Google Shape;331;p41"/>
            <p:cNvSpPr/>
            <p:nvPr/>
          </p:nvSpPr>
          <p:spPr bwMode="auto">
            <a:xfrm>
              <a:off x="5910615" y="3817168"/>
              <a:ext cx="117618" cy="117618"/>
            </a:xfrm>
            <a:custGeom>
              <a:avLst/>
              <a:gdLst/>
              <a:ahLst/>
              <a:cxnLst/>
              <a:rect l="l" t="t" r="r" b="b"/>
              <a:pathLst>
                <a:path w="117618" h="117618" fill="norm" stroke="1" extrusionOk="0">
                  <a:moveTo>
                    <a:pt x="117619" y="58809"/>
                  </a:moveTo>
                  <a:cubicBezTo>
                    <a:pt x="117619" y="91289"/>
                    <a:pt x="91289" y="117619"/>
                    <a:pt x="58809" y="117619"/>
                  </a:cubicBezTo>
                  <a:cubicBezTo>
                    <a:pt x="26330" y="117619"/>
                    <a:pt x="0" y="91289"/>
                    <a:pt x="0" y="58809"/>
                  </a:cubicBezTo>
                  <a:cubicBezTo>
                    <a:pt x="0" y="26330"/>
                    <a:pt x="26330" y="0"/>
                    <a:pt x="58809" y="0"/>
                  </a:cubicBezTo>
                  <a:cubicBezTo>
                    <a:pt x="91289" y="0"/>
                    <a:pt x="117619" y="26330"/>
                    <a:pt x="117619" y="58809"/>
                  </a:cubicBezTo>
                  <a:close/>
                </a:path>
              </a:pathLst>
            </a:custGeom>
            <a:solidFill>
              <a:srgbClr val="FFFFFF"/>
            </a:solidFill>
            <a:ln w="14275" cap="flat" cmpd="sng">
              <a:solidFill>
                <a:schemeClr val="accent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</a:endParaRPr>
            </a:p>
          </p:txBody>
        </p:sp>
        <p:sp>
          <p:nvSpPr>
            <p:cNvPr id="332" name="Google Shape;332;p41"/>
            <p:cNvSpPr/>
            <p:nvPr/>
          </p:nvSpPr>
          <p:spPr bwMode="auto">
            <a:xfrm>
              <a:off x="5627987" y="3458730"/>
              <a:ext cx="984683" cy="940103"/>
            </a:xfrm>
            <a:custGeom>
              <a:avLst/>
              <a:gdLst/>
              <a:ahLst/>
              <a:cxnLst/>
              <a:rect l="l" t="t" r="r" b="b"/>
              <a:pathLst>
                <a:path w="984683" h="940103" fill="norm" stroke="1" extrusionOk="0">
                  <a:moveTo>
                    <a:pt x="554055" y="0"/>
                  </a:moveTo>
                  <a:cubicBezTo>
                    <a:pt x="796839" y="23600"/>
                    <a:pt x="984684" y="184948"/>
                    <a:pt x="984684" y="388597"/>
                  </a:cubicBezTo>
                  <a:cubicBezTo>
                    <a:pt x="984684" y="609201"/>
                    <a:pt x="793218" y="698568"/>
                    <a:pt x="793218" y="698568"/>
                  </a:cubicBezTo>
                  <a:lnTo>
                    <a:pt x="897159" y="940104"/>
                  </a:lnTo>
                  <a:lnTo>
                    <a:pt x="601751" y="770463"/>
                  </a:lnTo>
                  <a:cubicBezTo>
                    <a:pt x="601751" y="770463"/>
                    <a:pt x="529948" y="780168"/>
                    <a:pt x="492343" y="780168"/>
                  </a:cubicBezTo>
                  <a:cubicBezTo>
                    <a:pt x="220431" y="780168"/>
                    <a:pt x="0" y="604854"/>
                    <a:pt x="0" y="388597"/>
                  </a:cubicBezTo>
                  <a:cubicBezTo>
                    <a:pt x="0" y="250796"/>
                    <a:pt x="89502" y="129617"/>
                    <a:pt x="224793" y="59832"/>
                  </a:cubicBezTo>
                </a:path>
              </a:pathLst>
            </a:custGeom>
            <a:noFill/>
            <a:ln w="14275" cap="rnd" cmpd="sng">
              <a:solidFill>
                <a:srgbClr val="000000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</a:endParaRPr>
            </a:p>
          </p:txBody>
        </p:sp>
        <p:sp>
          <p:nvSpPr>
            <p:cNvPr id="333" name="Google Shape;333;p41"/>
            <p:cNvSpPr/>
            <p:nvPr/>
          </p:nvSpPr>
          <p:spPr bwMode="auto">
            <a:xfrm>
              <a:off x="5628513" y="3058513"/>
              <a:ext cx="554777" cy="696469"/>
            </a:xfrm>
            <a:custGeom>
              <a:avLst/>
              <a:gdLst/>
              <a:ahLst/>
              <a:cxnLst/>
              <a:rect l="l" t="t" r="r" b="b"/>
              <a:pathLst>
                <a:path w="554777" h="696469" fill="norm" stroke="1" extrusionOk="0">
                  <a:moveTo>
                    <a:pt x="328227" y="643878"/>
                  </a:moveTo>
                  <a:cubicBezTo>
                    <a:pt x="337544" y="676608"/>
                    <a:pt x="314160" y="700600"/>
                    <a:pt x="281338" y="695875"/>
                  </a:cubicBezTo>
                  <a:cubicBezTo>
                    <a:pt x="248512" y="691149"/>
                    <a:pt x="215691" y="646709"/>
                    <a:pt x="215691" y="601332"/>
                  </a:cubicBezTo>
                  <a:cubicBezTo>
                    <a:pt x="215691" y="544605"/>
                    <a:pt x="243825" y="464245"/>
                    <a:pt x="342294" y="398066"/>
                  </a:cubicBezTo>
                  <a:cubicBezTo>
                    <a:pt x="440758" y="331886"/>
                    <a:pt x="450138" y="270434"/>
                    <a:pt x="422004" y="194800"/>
                  </a:cubicBezTo>
                  <a:cubicBezTo>
                    <a:pt x="393870" y="119166"/>
                    <a:pt x="300093" y="95531"/>
                    <a:pt x="229758" y="109712"/>
                  </a:cubicBezTo>
                  <a:cubicBezTo>
                    <a:pt x="159423" y="123893"/>
                    <a:pt x="103156" y="185346"/>
                    <a:pt x="117222" y="256252"/>
                  </a:cubicBezTo>
                  <a:cubicBezTo>
                    <a:pt x="131289" y="327159"/>
                    <a:pt x="0" y="388612"/>
                    <a:pt x="0" y="256252"/>
                  </a:cubicBezTo>
                  <a:cubicBezTo>
                    <a:pt x="0" y="123893"/>
                    <a:pt x="60956" y="86077"/>
                    <a:pt x="79712" y="67168"/>
                  </a:cubicBezTo>
                  <a:cubicBezTo>
                    <a:pt x="98468" y="48260"/>
                    <a:pt x="220378" y="-27374"/>
                    <a:pt x="365736" y="10443"/>
                  </a:cubicBezTo>
                  <a:cubicBezTo>
                    <a:pt x="511093" y="48260"/>
                    <a:pt x="564702" y="162284"/>
                    <a:pt x="553294" y="256252"/>
                  </a:cubicBezTo>
                  <a:cubicBezTo>
                    <a:pt x="529216" y="454563"/>
                    <a:pt x="282352" y="482703"/>
                    <a:pt x="328227" y="643878"/>
                  </a:cubicBezTo>
                  <a:close/>
                </a:path>
              </a:pathLst>
            </a:custGeom>
            <a:solidFill>
              <a:srgbClr val="FFFFFF"/>
            </a:solidFill>
            <a:ln w="14275" cap="flat" cmpd="sng">
              <a:solidFill>
                <a:schemeClr val="accent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</a:endParaRPr>
            </a:p>
          </p:txBody>
        </p:sp>
        <p:sp>
          <p:nvSpPr>
            <p:cNvPr id="334" name="Google Shape;334;p41"/>
            <p:cNvSpPr/>
            <p:nvPr/>
          </p:nvSpPr>
          <p:spPr bwMode="auto">
            <a:xfrm>
              <a:off x="5290686" y="3839550"/>
              <a:ext cx="182282" cy="182282"/>
            </a:xfrm>
            <a:custGeom>
              <a:avLst/>
              <a:gdLst/>
              <a:ahLst/>
              <a:cxnLst/>
              <a:rect l="l" t="t" r="r" b="b"/>
              <a:pathLst>
                <a:path w="182282" h="182282" fill="norm" stroke="1" extrusionOk="0">
                  <a:moveTo>
                    <a:pt x="120019" y="0"/>
                  </a:moveTo>
                  <a:lnTo>
                    <a:pt x="123348" y="69933"/>
                  </a:lnTo>
                  <a:cubicBezTo>
                    <a:pt x="123481" y="72722"/>
                    <a:pt x="124825" y="75314"/>
                    <a:pt x="127029" y="77027"/>
                  </a:cubicBezTo>
                  <a:lnTo>
                    <a:pt x="182283" y="120022"/>
                  </a:lnTo>
                  <a:lnTo>
                    <a:pt x="112352" y="123351"/>
                  </a:lnTo>
                  <a:cubicBezTo>
                    <a:pt x="109563" y="123484"/>
                    <a:pt x="106971" y="124829"/>
                    <a:pt x="105257" y="127029"/>
                  </a:cubicBezTo>
                  <a:lnTo>
                    <a:pt x="62263" y="182283"/>
                  </a:lnTo>
                  <a:lnTo>
                    <a:pt x="58934" y="112354"/>
                  </a:lnTo>
                  <a:cubicBezTo>
                    <a:pt x="58802" y="109566"/>
                    <a:pt x="57457" y="106973"/>
                    <a:pt x="55254" y="105256"/>
                  </a:cubicBezTo>
                  <a:lnTo>
                    <a:pt x="0" y="62266"/>
                  </a:lnTo>
                  <a:lnTo>
                    <a:pt x="69931" y="58937"/>
                  </a:lnTo>
                  <a:cubicBezTo>
                    <a:pt x="72720" y="58803"/>
                    <a:pt x="75312" y="57459"/>
                    <a:pt x="77026" y="55254"/>
                  </a:cubicBezTo>
                  <a:lnTo>
                    <a:pt x="120019" y="0"/>
                  </a:lnTo>
                  <a:close/>
                </a:path>
              </a:pathLst>
            </a:custGeom>
            <a:noFill/>
            <a:ln w="142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</a:endParaRPr>
            </a:p>
          </p:txBody>
        </p:sp>
        <p:sp>
          <p:nvSpPr>
            <p:cNvPr id="335" name="Google Shape;335;p41"/>
            <p:cNvSpPr/>
            <p:nvPr/>
          </p:nvSpPr>
          <p:spPr bwMode="auto">
            <a:xfrm>
              <a:off x="6320973" y="3718832"/>
              <a:ext cx="113015" cy="113015"/>
            </a:xfrm>
            <a:custGeom>
              <a:avLst/>
              <a:gdLst/>
              <a:ahLst/>
              <a:cxnLst/>
              <a:rect l="l" t="t" r="r" b="b"/>
              <a:pathLst>
                <a:path w="182282" h="182282" fill="norm" stroke="1" extrusionOk="0">
                  <a:moveTo>
                    <a:pt x="120019" y="0"/>
                  </a:moveTo>
                  <a:lnTo>
                    <a:pt x="123348" y="69933"/>
                  </a:lnTo>
                  <a:cubicBezTo>
                    <a:pt x="123481" y="72722"/>
                    <a:pt x="124825" y="75314"/>
                    <a:pt x="127029" y="77027"/>
                  </a:cubicBezTo>
                  <a:lnTo>
                    <a:pt x="182283" y="120022"/>
                  </a:lnTo>
                  <a:lnTo>
                    <a:pt x="112352" y="123351"/>
                  </a:lnTo>
                  <a:cubicBezTo>
                    <a:pt x="109563" y="123484"/>
                    <a:pt x="106971" y="124829"/>
                    <a:pt x="105257" y="127029"/>
                  </a:cubicBezTo>
                  <a:lnTo>
                    <a:pt x="62263" y="182283"/>
                  </a:lnTo>
                  <a:lnTo>
                    <a:pt x="58934" y="112354"/>
                  </a:lnTo>
                  <a:cubicBezTo>
                    <a:pt x="58802" y="109566"/>
                    <a:pt x="57457" y="106973"/>
                    <a:pt x="55254" y="105256"/>
                  </a:cubicBezTo>
                  <a:lnTo>
                    <a:pt x="0" y="62266"/>
                  </a:lnTo>
                  <a:lnTo>
                    <a:pt x="69931" y="58937"/>
                  </a:lnTo>
                  <a:cubicBezTo>
                    <a:pt x="72720" y="58803"/>
                    <a:pt x="75312" y="57459"/>
                    <a:pt x="77026" y="55254"/>
                  </a:cubicBezTo>
                  <a:lnTo>
                    <a:pt x="120019" y="0"/>
                  </a:lnTo>
                  <a:close/>
                </a:path>
              </a:pathLst>
            </a:custGeom>
            <a:noFill/>
            <a:ln w="142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</a:endParaRPr>
            </a:p>
          </p:txBody>
        </p:sp>
        <p:sp>
          <p:nvSpPr>
            <p:cNvPr id="336" name="Google Shape;336;p41"/>
            <p:cNvSpPr/>
            <p:nvPr/>
          </p:nvSpPr>
          <p:spPr bwMode="auto">
            <a:xfrm rot="-1719837">
              <a:off x="6300855" y="3132566"/>
              <a:ext cx="77903" cy="77903"/>
            </a:xfrm>
            <a:custGeom>
              <a:avLst/>
              <a:gdLst/>
              <a:ahLst/>
              <a:cxnLst/>
              <a:rect l="l" t="t" r="r" b="b"/>
              <a:pathLst>
                <a:path w="182282" h="182282" fill="norm" stroke="1" extrusionOk="0">
                  <a:moveTo>
                    <a:pt x="120019" y="0"/>
                  </a:moveTo>
                  <a:lnTo>
                    <a:pt x="123348" y="69933"/>
                  </a:lnTo>
                  <a:cubicBezTo>
                    <a:pt x="123481" y="72722"/>
                    <a:pt x="124825" y="75314"/>
                    <a:pt x="127029" y="77027"/>
                  </a:cubicBezTo>
                  <a:lnTo>
                    <a:pt x="182283" y="120022"/>
                  </a:lnTo>
                  <a:lnTo>
                    <a:pt x="112352" y="123351"/>
                  </a:lnTo>
                  <a:cubicBezTo>
                    <a:pt x="109563" y="123484"/>
                    <a:pt x="106971" y="124829"/>
                    <a:pt x="105257" y="127029"/>
                  </a:cubicBezTo>
                  <a:lnTo>
                    <a:pt x="62263" y="182283"/>
                  </a:lnTo>
                  <a:lnTo>
                    <a:pt x="58934" y="112354"/>
                  </a:lnTo>
                  <a:cubicBezTo>
                    <a:pt x="58802" y="109566"/>
                    <a:pt x="57457" y="106973"/>
                    <a:pt x="55254" y="105256"/>
                  </a:cubicBezTo>
                  <a:lnTo>
                    <a:pt x="0" y="62266"/>
                  </a:lnTo>
                  <a:lnTo>
                    <a:pt x="69931" y="58937"/>
                  </a:lnTo>
                  <a:cubicBezTo>
                    <a:pt x="72720" y="58803"/>
                    <a:pt x="75312" y="57459"/>
                    <a:pt x="77026" y="55254"/>
                  </a:cubicBezTo>
                  <a:lnTo>
                    <a:pt x="120019" y="0"/>
                  </a:lnTo>
                  <a:close/>
                </a:path>
              </a:pathLst>
            </a:custGeom>
            <a:noFill/>
            <a:ln w="142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341" name="Google Shape;341;p42"/>
          <p:cNvGrpSpPr/>
          <p:nvPr/>
        </p:nvGrpSpPr>
        <p:grpSpPr bwMode="auto">
          <a:xfrm>
            <a:off x="8549243" y="4536459"/>
            <a:ext cx="258577" cy="265368"/>
            <a:chOff x="238125" y="2432825"/>
            <a:chExt cx="779549" cy="781875"/>
          </a:xfrm>
        </p:grpSpPr>
        <p:sp>
          <p:nvSpPr>
            <p:cNvPr id="342" name="Google Shape;342;p42"/>
            <p:cNvSpPr/>
            <p:nvPr/>
          </p:nvSpPr>
          <p:spPr bwMode="auto">
            <a:xfrm>
              <a:off x="238125" y="2842375"/>
              <a:ext cx="372325" cy="372325"/>
            </a:xfrm>
            <a:custGeom>
              <a:avLst/>
              <a:gdLst/>
              <a:ahLst/>
              <a:cxnLst/>
              <a:rect l="l" t="t" r="r" b="b"/>
              <a:pathLst>
                <a:path w="14893" h="14893" fill="norm" stroke="1" extrusionOk="0">
                  <a:moveTo>
                    <a:pt x="8005" y="0"/>
                  </a:moveTo>
                  <a:cubicBezTo>
                    <a:pt x="7819" y="0"/>
                    <a:pt x="7632" y="0"/>
                    <a:pt x="7446" y="0"/>
                  </a:cubicBezTo>
                  <a:cubicBezTo>
                    <a:pt x="3351" y="0"/>
                    <a:pt x="0" y="3258"/>
                    <a:pt x="0" y="7446"/>
                  </a:cubicBezTo>
                  <a:cubicBezTo>
                    <a:pt x="0" y="11542"/>
                    <a:pt x="3351" y="14892"/>
                    <a:pt x="7446" y="14892"/>
                  </a:cubicBezTo>
                  <a:cubicBezTo>
                    <a:pt x="11542" y="14892"/>
                    <a:pt x="14893" y="11542"/>
                    <a:pt x="14893" y="7446"/>
                  </a:cubicBezTo>
                  <a:cubicBezTo>
                    <a:pt x="14893" y="7074"/>
                    <a:pt x="14799" y="6795"/>
                    <a:pt x="14799" y="6515"/>
                  </a:cubicBezTo>
                  <a:cubicBezTo>
                    <a:pt x="11262" y="6236"/>
                    <a:pt x="8470" y="3444"/>
                    <a:pt x="8005" y="0"/>
                  </a:cubicBezTo>
                  <a:close/>
                </a:path>
              </a:pathLst>
            </a:custGeom>
            <a:solidFill>
              <a:srgbClr val="F3F4F7"/>
            </a:solidFill>
            <a:ln>
              <a:noFill/>
            </a:ln>
          </p:spPr>
          <p:txBody>
            <a:bodyPr spcFirstLastPara="1" wrap="square" lIns="45725" tIns="45725" rIns="45725" bIns="45725" anchor="ctr" anchorCtr="0">
              <a:noAutofit/>
            </a:bodyPr>
            <a:lstStyle/>
            <a:p>
              <a:pPr marL="0" marR="0" lvl="0" indent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00"/>
                <a:buFont typeface="Arial"/>
                <a:buNone/>
                <a:defRPr/>
              </a:pPr>
              <a:endParaRPr sz="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</a:endParaRPr>
            </a:p>
          </p:txBody>
        </p:sp>
        <p:sp>
          <p:nvSpPr>
            <p:cNvPr id="343" name="Google Shape;343;p42"/>
            <p:cNvSpPr/>
            <p:nvPr/>
          </p:nvSpPr>
          <p:spPr bwMode="auto">
            <a:xfrm>
              <a:off x="238125" y="2432825"/>
              <a:ext cx="372325" cy="372325"/>
            </a:xfrm>
            <a:custGeom>
              <a:avLst/>
              <a:gdLst/>
              <a:ahLst/>
              <a:cxnLst/>
              <a:rect l="l" t="t" r="r" b="b"/>
              <a:pathLst>
                <a:path w="14893" h="14893" fill="norm" stroke="1" extrusionOk="0">
                  <a:moveTo>
                    <a:pt x="14893" y="7447"/>
                  </a:moveTo>
                  <a:cubicBezTo>
                    <a:pt x="14893" y="3351"/>
                    <a:pt x="11542" y="0"/>
                    <a:pt x="7446" y="0"/>
                  </a:cubicBezTo>
                  <a:cubicBezTo>
                    <a:pt x="3351" y="0"/>
                    <a:pt x="0" y="3351"/>
                    <a:pt x="0" y="7447"/>
                  </a:cubicBezTo>
                  <a:cubicBezTo>
                    <a:pt x="0" y="11542"/>
                    <a:pt x="3351" y="14893"/>
                    <a:pt x="7446" y="14893"/>
                  </a:cubicBezTo>
                  <a:cubicBezTo>
                    <a:pt x="7632" y="14893"/>
                    <a:pt x="7819" y="14893"/>
                    <a:pt x="8005" y="14893"/>
                  </a:cubicBezTo>
                  <a:cubicBezTo>
                    <a:pt x="8284" y="11170"/>
                    <a:pt x="11169" y="8284"/>
                    <a:pt x="14799" y="8005"/>
                  </a:cubicBezTo>
                  <a:cubicBezTo>
                    <a:pt x="14799" y="7819"/>
                    <a:pt x="14893" y="7633"/>
                    <a:pt x="14893" y="7447"/>
                  </a:cubicBezTo>
                  <a:close/>
                </a:path>
              </a:pathLst>
            </a:custGeom>
            <a:solidFill>
              <a:srgbClr val="F3F4F7"/>
            </a:solidFill>
            <a:ln>
              <a:noFill/>
            </a:ln>
          </p:spPr>
          <p:txBody>
            <a:bodyPr spcFirstLastPara="1" wrap="square" lIns="45725" tIns="45725" rIns="45725" bIns="45725" anchor="ctr" anchorCtr="0">
              <a:noAutofit/>
            </a:bodyPr>
            <a:lstStyle/>
            <a:p>
              <a:pPr marL="0" marR="0" lvl="0" indent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00"/>
                <a:buFont typeface="Arial"/>
                <a:buNone/>
                <a:defRPr/>
              </a:pPr>
              <a:endParaRPr sz="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</a:endParaRPr>
            </a:p>
          </p:txBody>
        </p:sp>
        <p:sp>
          <p:nvSpPr>
            <p:cNvPr id="344" name="Google Shape;344;p42"/>
            <p:cNvSpPr/>
            <p:nvPr/>
          </p:nvSpPr>
          <p:spPr bwMode="auto">
            <a:xfrm>
              <a:off x="645325" y="2432825"/>
              <a:ext cx="372350" cy="372325"/>
            </a:xfrm>
            <a:custGeom>
              <a:avLst/>
              <a:gdLst/>
              <a:ahLst/>
              <a:cxnLst/>
              <a:rect l="l" t="t" r="r" b="b"/>
              <a:pathLst>
                <a:path w="14894" h="14893" fill="norm" stroke="1" extrusionOk="0">
                  <a:moveTo>
                    <a:pt x="6516" y="14800"/>
                  </a:moveTo>
                  <a:cubicBezTo>
                    <a:pt x="6795" y="14893"/>
                    <a:pt x="7075" y="14893"/>
                    <a:pt x="7447" y="14893"/>
                  </a:cubicBezTo>
                  <a:cubicBezTo>
                    <a:pt x="11542" y="14893"/>
                    <a:pt x="14893" y="11542"/>
                    <a:pt x="14893" y="7447"/>
                  </a:cubicBezTo>
                  <a:cubicBezTo>
                    <a:pt x="14893" y="3351"/>
                    <a:pt x="11542" y="0"/>
                    <a:pt x="7447" y="0"/>
                  </a:cubicBezTo>
                  <a:cubicBezTo>
                    <a:pt x="3351" y="0"/>
                    <a:pt x="1" y="3351"/>
                    <a:pt x="1" y="7447"/>
                  </a:cubicBezTo>
                  <a:cubicBezTo>
                    <a:pt x="1" y="7633"/>
                    <a:pt x="1" y="7819"/>
                    <a:pt x="1" y="8005"/>
                  </a:cubicBezTo>
                  <a:cubicBezTo>
                    <a:pt x="3538" y="8470"/>
                    <a:pt x="6237" y="11263"/>
                    <a:pt x="6516" y="14800"/>
                  </a:cubicBezTo>
                  <a:close/>
                </a:path>
              </a:pathLst>
            </a:custGeom>
            <a:solidFill>
              <a:srgbClr val="F3F4F7"/>
            </a:solidFill>
            <a:ln>
              <a:noFill/>
            </a:ln>
          </p:spPr>
          <p:txBody>
            <a:bodyPr spcFirstLastPara="1" wrap="square" lIns="45725" tIns="45725" rIns="45725" bIns="45725" anchor="ctr" anchorCtr="0">
              <a:noAutofit/>
            </a:bodyPr>
            <a:lstStyle/>
            <a:p>
              <a:pPr marL="0" marR="0" lvl="0" indent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00"/>
                <a:buFont typeface="Arial"/>
                <a:buNone/>
                <a:defRPr/>
              </a:pPr>
              <a:endParaRPr sz="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</a:endParaRPr>
            </a:p>
          </p:txBody>
        </p:sp>
        <p:sp>
          <p:nvSpPr>
            <p:cNvPr id="345" name="Google Shape;345;p42"/>
            <p:cNvSpPr/>
            <p:nvPr/>
          </p:nvSpPr>
          <p:spPr bwMode="auto">
            <a:xfrm>
              <a:off x="645325" y="2842375"/>
              <a:ext cx="372350" cy="372325"/>
            </a:xfrm>
            <a:custGeom>
              <a:avLst/>
              <a:gdLst/>
              <a:ahLst/>
              <a:cxnLst/>
              <a:rect l="l" t="t" r="r" b="b"/>
              <a:pathLst>
                <a:path w="14894" h="14893" fill="norm" stroke="1" extrusionOk="0">
                  <a:moveTo>
                    <a:pt x="94" y="6422"/>
                  </a:moveTo>
                  <a:cubicBezTo>
                    <a:pt x="1" y="6795"/>
                    <a:pt x="1" y="7074"/>
                    <a:pt x="1" y="7446"/>
                  </a:cubicBezTo>
                  <a:cubicBezTo>
                    <a:pt x="1" y="11542"/>
                    <a:pt x="3351" y="14892"/>
                    <a:pt x="7447" y="14892"/>
                  </a:cubicBezTo>
                  <a:cubicBezTo>
                    <a:pt x="11542" y="14892"/>
                    <a:pt x="14893" y="11542"/>
                    <a:pt x="14893" y="7446"/>
                  </a:cubicBezTo>
                  <a:cubicBezTo>
                    <a:pt x="14893" y="3258"/>
                    <a:pt x="11542" y="0"/>
                    <a:pt x="7447" y="0"/>
                  </a:cubicBezTo>
                  <a:cubicBezTo>
                    <a:pt x="7075" y="0"/>
                    <a:pt x="6795" y="0"/>
                    <a:pt x="6423" y="0"/>
                  </a:cubicBezTo>
                  <a:cubicBezTo>
                    <a:pt x="6051" y="3351"/>
                    <a:pt x="3351" y="6050"/>
                    <a:pt x="94" y="6422"/>
                  </a:cubicBezTo>
                  <a:close/>
                </a:path>
              </a:pathLst>
            </a:custGeom>
            <a:solidFill>
              <a:srgbClr val="F3F4F7"/>
            </a:solidFill>
            <a:ln>
              <a:noFill/>
            </a:ln>
          </p:spPr>
          <p:txBody>
            <a:bodyPr spcFirstLastPara="1" wrap="square" lIns="45725" tIns="45725" rIns="45725" bIns="45725" anchor="ctr" anchorCtr="0">
              <a:noAutofit/>
            </a:bodyPr>
            <a:lstStyle/>
            <a:p>
              <a:pPr marL="0" marR="0" lvl="0" indent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00"/>
                <a:buFont typeface="Arial"/>
                <a:buNone/>
                <a:defRPr/>
              </a:pPr>
              <a:endParaRPr sz="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</a:endParaRPr>
            </a:p>
          </p:txBody>
        </p:sp>
      </p:grpSp>
      <p:sp>
        <p:nvSpPr>
          <p:cNvPr id="346" name="Google Shape;346;p42"/>
          <p:cNvSpPr txBox="1"/>
          <p:nvPr/>
        </p:nvSpPr>
        <p:spPr bwMode="auto">
          <a:xfrm>
            <a:off x="319074" y="294016"/>
            <a:ext cx="8566500" cy="162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rial"/>
              <a:buNone/>
              <a:defRPr/>
            </a:pPr>
            <a:r>
              <a:rPr lang="en-US" sz="4800" b="1">
                <a:solidFill>
                  <a:schemeClr val="lt1"/>
                </a:solidFill>
                <a:latin typeface="Proxima Nova"/>
                <a:ea typeface="Proxima Nova"/>
                <a:cs typeface="Proxima Nova"/>
              </a:rPr>
              <a:t>Спасибо за внимание!</a:t>
            </a:r>
            <a:endParaRPr sz="4800" b="1">
              <a:solidFill>
                <a:schemeClr val="lt1"/>
              </a:solidFill>
              <a:latin typeface="Proxima Nova"/>
              <a:ea typeface="Proxima Nova"/>
              <a:cs typeface="Proxima Nova"/>
            </a:endParaRPr>
          </a:p>
          <a:p>
            <a:pPr marL="0" marR="0" lvl="0" indent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rial"/>
              <a:buNone/>
              <a:defRPr/>
            </a:pPr>
            <a:endParaRPr sz="4800" b="1">
              <a:solidFill>
                <a:schemeClr val="lt1"/>
              </a:solidFill>
              <a:latin typeface="Proxima Nova"/>
              <a:ea typeface="Proxima Nova"/>
              <a:cs typeface="Proxima Nova"/>
            </a:endParaRPr>
          </a:p>
          <a:p>
            <a:pPr marL="38100" marR="0" lvl="0" indent="0" algn="l">
              <a:lnSpc>
                <a:spcPct val="80000"/>
              </a:lnSpc>
              <a:spcBef>
                <a:spcPts val="2000"/>
              </a:spcBef>
              <a:spcAft>
                <a:spcPts val="0"/>
              </a:spcAft>
              <a:buClr>
                <a:schemeClr val="dk1"/>
              </a:buClr>
              <a:buSzPts val="600"/>
              <a:buFont typeface="Arial"/>
              <a:buNone/>
              <a:defRPr/>
            </a:pPr>
            <a:endParaRPr sz="1500" b="0" i="0" u="none" strike="noStrike" cap="none">
              <a:solidFill>
                <a:schemeClr val="lt1"/>
              </a:solidFill>
              <a:latin typeface="Proxima Nova"/>
              <a:ea typeface="Proxima Nova"/>
              <a:cs typeface="Proxima Nova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PRO_presentation">
  <a:themeElements>
    <a:clrScheme name="PRO_presentation">
      <a:dk1>
        <a:srgbClr val="000000"/>
      </a:dk1>
      <a:lt1>
        <a:srgbClr val="FFFFFF"/>
      </a:lt1>
      <a:dk2>
        <a:srgbClr val="FFFFFF"/>
      </a:dk2>
      <a:lt2>
        <a:srgbClr val="27282D"/>
      </a:lt2>
      <a:accent1>
        <a:srgbClr val="217AFF"/>
      </a:accent1>
      <a:accent2>
        <a:srgbClr val="0066FF"/>
      </a:accent2>
      <a:accent3>
        <a:srgbClr val="4BD0A0"/>
      </a:accent3>
      <a:accent4>
        <a:srgbClr val="DE3773"/>
      </a:accent4>
      <a:accent5>
        <a:srgbClr val="8261EE"/>
      </a:accent5>
      <a:accent6>
        <a:srgbClr val="F3F4F7"/>
      </a:accent6>
      <a:hlink>
        <a:srgbClr val="0066FF"/>
      </a:hlink>
      <a:folHlink>
        <a:srgbClr val="0066FF"/>
      </a:folHlink>
    </a:clrScheme>
    <a:fontScheme name="Office">
      <a:majorFont>
        <a:latin typeface="Arial"/>
        <a:ea typeface="Arial"/>
        <a:cs typeface="Arial"/>
      </a:majorFont>
      <a:minorFont>
        <a:latin typeface="Arial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/>
</a:theme>
</file>

<file path=ppt/theme/theme2.xml><?xml version="1.0" encoding="utf-8"?>
<a:theme xmlns:a="http://schemas.openxmlformats.org/drawingml/2006/main" xmlns:r="http://schemas.openxmlformats.org/officeDocument/2006/relationships" xmlns:p="http://schemas.openxmlformats.org/presentationml/2006/main" name="Тема Office">
  <a:themeElements>
    <a:clrScheme name="Стандартная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Arial"/>
        <a:cs typeface="Arial"/>
      </a:majorFont>
      <a:minorFont>
        <a:latin typeface="Arial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R7-Office/2024.1.1.375</Application>
  <PresentationFormat>On-screen Show (4:3)</PresentationFormat>
  <Paragraphs>0</Paragraphs>
  <Slides>17</Slides>
  <Notes>17</Notes>
  <HiddenSlides>0</HiddenSlides>
  <MMClips>2</MMClips>
  <ScaleCrop>0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18" baseType="lpstr">
      <vt:lpstr>Theme 1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LinksUpToDate>0</LinksUpToDate>
  <SharedDoc>0</SharedDoc>
  <HyperlinksChanged>0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/>
</cp:coreProperties>
</file>